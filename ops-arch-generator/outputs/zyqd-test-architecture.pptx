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0" r:id="rId1"/>
  </p:sldMasterIdLst>
  <p:notesMasterIdLst>
    <p:notesMasterId r:id="rId3"/>
  </p:notesMasterIdLst>
  <p:handoutMasterIdLst>
    <p:handoutMasterId r:id="rId4"/>
  </p:handoutMasterIdLst>
  <p:sldIdLst>
    <p:sldId id="2147481810"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214748181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02" userDrawn="1">
          <p15:clr>
            <a:srgbClr val="A4A3A4"/>
          </p15:clr>
        </p15:guide>
        <p15:guide id="4" pos="7491"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3C4"/>
    <a:srgbClr val="C270AA"/>
    <a:srgbClr val="08C8C8"/>
    <a:srgbClr val="25C1FB"/>
    <a:srgbClr val="2A70EB"/>
    <a:srgbClr val="00CCFF"/>
    <a:srgbClr val="0086D1"/>
    <a:srgbClr val="A16EFF"/>
    <a:srgbClr val="FFC000"/>
    <a:srgbClr val="00B9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3C2611-4C71-4FC5-86AE-919BDF0F9419}" styleName="">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4"/>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4"/>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3" autoAdjust="0"/>
    <p:restoredTop sz="97013"/>
  </p:normalViewPr>
  <p:slideViewPr>
    <p:cSldViewPr snapToGrid="0" snapToObjects="1">
      <p:cViewPr varScale="1">
        <p:scale>
          <a:sx n="89" d="100"/>
          <a:sy n="89" d="100"/>
        </p:scale>
        <p:origin x="92" y="240"/>
      </p:cViewPr>
      <p:guideLst>
        <p:guide orient="horz" pos="2160"/>
        <p:guide pos="3840"/>
        <p:guide pos="302"/>
        <p:guide pos="7491"/>
        <p:guide orient="horz" pos="187"/>
        <p:guide orient="horz" pos="4133"/>
      </p:guideLst>
    </p:cSldViewPr>
  </p:slideViewPr>
  <p:outlineViewPr>
    <p:cViewPr>
      <p:scale>
        <a:sx n="33" d="100"/>
        <a:sy n="33" d="100"/>
      </p:scale>
      <p:origin x="0" y="-4744"/>
    </p:cViewPr>
  </p:outlineViewPr>
  <p:notesTextViewPr>
    <p:cViewPr>
      <p:scale>
        <a:sx n="3" d="2"/>
        <a:sy n="3" d="2"/>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DC8B9-9F7B-933D-0D18-EDEDD8C48F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4E00E99A-9B45-17EB-A7E9-3F35FCD561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503020204020204" pitchFamily="34" charset="-122"/>
                <a:ea typeface="Microsoft YaHei" panose="020B0503020204020204" pitchFamily="34" charset="-122"/>
              </a:rPr>
              <a:t>2026/4/19</a:t>
            </a:fld>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6B9507DB-2FE3-DDA6-DCB5-084717FC9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B254F7B1-091B-5B31-0898-7C933BA81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75932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ECA5D1CA-E7AD-0541-B262-65F1E0DA9722}" type="datetimeFigureOut">
              <a:rPr kumimoji="1" lang="zh-CN" altLang="en-US" smtClean="0"/>
              <a:pPr/>
              <a:t>2026/4/19</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7D740BD7-1B7C-F34E-AE28-38FEB5E5D81B}" type="slidenum">
              <a:rPr kumimoji="1" lang="zh-CN" altLang="en-US" smtClean="0"/>
              <a:pPr/>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1BD9-156A-16C3-26B8-3519FE2A2C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E95869-FB0B-F61D-F967-37DDF57E23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D07258-45B9-F27C-4254-C1D248CFB48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7FFF969-480A-2DE3-DF41-C96D4265A16E}"/>
              </a:ext>
            </a:extLst>
          </p:cNvPr>
          <p:cNvSpPr>
            <a:spLocks noGrp="1"/>
          </p:cNvSpPr>
          <p:nvPr>
            <p:ph type="sldNum" sz="quarter" idx="5"/>
          </p:nvPr>
        </p:nvSpPr>
        <p:spPr/>
        <p:txBody>
          <a:bodyPr/>
          <a:lstStyle/>
          <a:p>
            <a:fld id="{764D78B7-773E-4F3B-BEFE-BA1686F3E5CF}" type="slidenum">
              <a:rPr lang="zh-CN" altLang="en-US" smtClean="0"/>
              <a:t>1</a:t>
            </a:fld>
            <a:endParaRPr lang="zh-CN" altLang="en-US"/>
          </a:p>
        </p:txBody>
      </p:sp>
    </p:spTree>
    <p:extLst>
      <p:ext uri="{BB962C8B-B14F-4D97-AF65-F5344CB8AC3E}">
        <p14:creationId xmlns:p14="http://schemas.microsoft.com/office/powerpoint/2010/main" val="22475369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GIF"/></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
            <a:ext cx="12192000" cy="6873679"/>
          </a:xfrm>
          <a:prstGeom prst="rect">
            <a:avLst/>
          </a:prstGeom>
        </p:spPr>
      </p:pic>
      <p:pic>
        <p:nvPicPr>
          <p:cNvPr id="8" name="图片 7"/>
          <p:cNvPicPr>
            <a:picLocks noChangeAspect="1"/>
          </p:cNvPicPr>
          <p:nvPr userDrawn="1"/>
        </p:nvPicPr>
        <p:blipFill>
          <a:blip r:embed="rId3"/>
          <a:stretch>
            <a:fillRect/>
          </a:stretch>
        </p:blipFill>
        <p:spPr>
          <a:xfrm>
            <a:off x="69305" y="85427"/>
            <a:ext cx="2319275" cy="1304423"/>
          </a:xfrm>
          <a:prstGeom prst="rect">
            <a:avLst/>
          </a:prstGeom>
        </p:spPr>
      </p:pic>
      <p:sp>
        <p:nvSpPr>
          <p:cNvPr id="9" name="Rectangle 37"/>
          <p:cNvSpPr/>
          <p:nvPr userDrawn="1"/>
        </p:nvSpPr>
        <p:spPr bwMode="auto">
          <a:xfrm>
            <a:off x="920345" y="6421913"/>
            <a:ext cx="3123019" cy="151979"/>
          </a:xfrm>
          <a:prstGeom prst="rect">
            <a:avLst/>
          </a:prstGeom>
          <a:noFill/>
          <a:ln>
            <a:noFill/>
          </a:ln>
        </p:spPr>
        <p:txBody>
          <a:bodyPr lIns="0" tIns="0" rIns="0" bIns="0" anchor="ctr"/>
          <a:lstStyle/>
          <a:p>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lang="en-US" altLang="zh-CN"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charset="0"/>
              </a:rPr>
              <a:t>©1993-2022</a:t>
            </a: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5"/>
            <a:ext cx="10515600" cy="1325563"/>
          </a:xfrm>
          <a:prstGeom prst="rect">
            <a:avLst/>
          </a:prstGeom>
        </p:spPr>
        <p:txBody>
          <a:bodyPr vert="horz" lIns="91332" tIns="45718" rIns="91332" bIns="45718" rtlCol="0" anchor="ctr">
            <a:normAutofit/>
          </a:bodyPr>
          <a:lstStyle>
            <a:lvl1pPr>
              <a:defRPr sz="55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3" y="4804913"/>
            <a:ext cx="2750820" cy="405443"/>
          </a:xfrm>
          <a:prstGeom prst="rect">
            <a:avLst/>
          </a:prstGeom>
        </p:spPr>
        <p:txBody>
          <a:bodyPr lIns="89892" tIns="45718" rIns="91332" bIns="45718">
            <a:noAutofit/>
          </a:bodyPr>
          <a:lstStyle>
            <a:lvl1pPr marL="0" indent="0">
              <a:lnSpc>
                <a:spcPct val="130000"/>
              </a:lnSpc>
              <a:spcBef>
                <a:spcPts val="0"/>
              </a:spcBef>
              <a:buNone/>
              <a:defRPr sz="19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71" y="5226228"/>
            <a:ext cx="2745335" cy="432701"/>
          </a:xfrm>
          <a:prstGeom prst="rect">
            <a:avLst/>
          </a:prstGeom>
        </p:spPr>
        <p:txBody>
          <a:bodyPr lIns="89892" tIns="45718" rIns="91332" bIns="45718">
            <a:noAutofit/>
          </a:bodyPr>
          <a:lstStyle>
            <a:lvl1pPr marL="0" indent="0" algn="l">
              <a:lnSpc>
                <a:spcPct val="130000"/>
              </a:lnSpc>
              <a:spcBef>
                <a:spcPts val="0"/>
              </a:spcBef>
              <a:buNone/>
              <a:defRPr sz="19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5" y="5667555"/>
            <a:ext cx="2750820" cy="301924"/>
          </a:xfrm>
          <a:prstGeom prst="rect">
            <a:avLst/>
          </a:prstGeom>
        </p:spPr>
        <p:txBody>
          <a:bodyPr lIns="89892" tIns="45718" rIns="91332" bIns="45718">
            <a:noAutofit/>
          </a:bodyPr>
          <a:lstStyle>
            <a:lvl1pPr marL="0" indent="0">
              <a:lnSpc>
                <a:spcPct val="130000"/>
              </a:lnSpc>
              <a:spcBef>
                <a:spcPts val="0"/>
              </a:spcBef>
              <a:buNone/>
              <a:defRPr sz="15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5" y="6409075"/>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dirty="0">
                <a:solidFill>
                  <a:srgbClr val="1770EA">
                    <a:lumMod val="75000"/>
                  </a:srgbClr>
                </a:solidFill>
              </a:rPr>
              <a:t> </a:t>
            </a:r>
            <a:r>
              <a:rPr lang="zh-CN" altLang="zh-CN" sz="900" dirty="0">
                <a:solidFill>
                  <a:srgbClr val="1770EA">
                    <a:lumMod val="75000"/>
                  </a:srgbClr>
                </a:solidFill>
                <a:latin typeface="微软雅黑" panose="020B0503020204020204" pitchFamily="34" charset="-122"/>
                <a:ea typeface="微软雅黑" panose="020B0503020204020204" pitchFamily="34" charset="-122"/>
              </a:rPr>
              <a:t>①</a:t>
            </a:r>
            <a:r>
              <a:rPr lang="zh-CN" altLang="en-US" sz="900" dirty="0">
                <a:solidFill>
                  <a:srgbClr val="1770EA">
                    <a:lumMod val="75000"/>
                  </a:srgbClr>
                </a:solidFill>
                <a:latin typeface="微软雅黑" panose="020B0503020204020204" pitchFamily="34" charset="-122"/>
                <a:ea typeface="微软雅黑" panose="020B0503020204020204" pitchFamily="34" charset="-122"/>
              </a:rPr>
              <a:t> </a:t>
            </a:r>
            <a:r>
              <a:rPr lang="zh-CN" altLang="zh-CN" sz="900" dirty="0">
                <a:solidFill>
                  <a:srgbClr val="1770EA">
                    <a:lumMod val="75000"/>
                  </a:srgbClr>
                </a:solidFill>
                <a:latin typeface="微软雅黑" panose="020B0503020204020204" pitchFamily="34" charset="-122"/>
                <a:ea typeface="微软雅黑" panose="020B0503020204020204" pitchFamily="34" charset="-122"/>
              </a:rPr>
              <a:t>绝密信息 严禁泄露</a:t>
            </a:r>
            <a:endParaRPr sz="900" dirty="0">
              <a:solidFill>
                <a:srgbClr val="1770EA">
                  <a:lumMod val="75000"/>
                </a:srgbClr>
              </a:solidFill>
            </a:endParaRPr>
          </a:p>
        </p:txBody>
      </p:sp>
    </p:spTree>
    <p:extLst>
      <p:ext uri="{BB962C8B-B14F-4D97-AF65-F5344CB8AC3E}">
        <p14:creationId xmlns:p14="http://schemas.microsoft.com/office/powerpoint/2010/main" val="3144717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1" name="Text Box 5"/>
          <p:cNvSpPr txBox="1">
            <a:spLocks noChangeArrowheads="1"/>
          </p:cNvSpPr>
          <p:nvPr userDrawn="1"/>
        </p:nvSpPr>
        <p:spPr bwMode="auto">
          <a:xfrm>
            <a:off x="11585877" y="6432188"/>
            <a:ext cx="209883"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9" name="文本占位符 18"/>
          <p:cNvSpPr>
            <a:spLocks noGrp="1"/>
          </p:cNvSpPr>
          <p:nvPr>
            <p:ph type="body" sz="quarter" idx="13" hasCustomPrompt="1"/>
          </p:nvPr>
        </p:nvSpPr>
        <p:spPr>
          <a:xfrm>
            <a:off x="408475" y="2809833"/>
            <a:ext cx="1052336" cy="751495"/>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9" y="1688801"/>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9" y="2142503"/>
            <a:ext cx="6602907" cy="285116"/>
          </a:xfrm>
          <a:prstGeom prst="rect">
            <a:avLst/>
          </a:prstGeom>
        </p:spPr>
        <p:txBody>
          <a:bodyPr lIns="91332" tIns="45718" rIns="91332" bIns="45718">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x-none" dirty="0"/>
          </a:p>
        </p:txBody>
      </p:sp>
      <p:sp>
        <p:nvSpPr>
          <p:cNvPr id="25" name="文本占位符 21"/>
          <p:cNvSpPr>
            <a:spLocks noGrp="1"/>
          </p:cNvSpPr>
          <p:nvPr>
            <p:ph type="body" sz="quarter" idx="18" hasCustomPrompt="1"/>
          </p:nvPr>
        </p:nvSpPr>
        <p:spPr>
          <a:xfrm>
            <a:off x="1637849" y="3209303"/>
            <a:ext cx="6602907" cy="285116"/>
          </a:xfrm>
          <a:prstGeom prst="rect">
            <a:avLst/>
          </a:prstGeom>
        </p:spPr>
        <p:txBody>
          <a:bodyPr lIns="91332" tIns="45718" rIns="91332" bIns="45718">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x-none" dirty="0"/>
          </a:p>
        </p:txBody>
      </p:sp>
      <p:sp>
        <p:nvSpPr>
          <p:cNvPr id="27" name="文本占位符 21"/>
          <p:cNvSpPr>
            <a:spLocks noGrp="1"/>
          </p:cNvSpPr>
          <p:nvPr>
            <p:ph type="body" sz="quarter" idx="20" hasCustomPrompt="1"/>
          </p:nvPr>
        </p:nvSpPr>
        <p:spPr>
          <a:xfrm>
            <a:off x="1637849" y="4278567"/>
            <a:ext cx="6602907" cy="285116"/>
          </a:xfrm>
          <a:prstGeom prst="rect">
            <a:avLst/>
          </a:prstGeom>
        </p:spPr>
        <p:txBody>
          <a:bodyPr lIns="91332" tIns="45718" rIns="91332" bIns="45718">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x-none" dirty="0"/>
          </a:p>
        </p:txBody>
      </p:sp>
      <p:sp>
        <p:nvSpPr>
          <p:cNvPr id="28" name="文本占位符 18"/>
          <p:cNvSpPr>
            <a:spLocks noGrp="1"/>
          </p:cNvSpPr>
          <p:nvPr>
            <p:ph type="body" sz="quarter" idx="21" hasCustomPrompt="1"/>
          </p:nvPr>
        </p:nvSpPr>
        <p:spPr>
          <a:xfrm>
            <a:off x="408475" y="4957149"/>
            <a:ext cx="1052336" cy="673771"/>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9" y="5345803"/>
            <a:ext cx="6602907" cy="285116"/>
          </a:xfrm>
          <a:prstGeom prst="rect">
            <a:avLst/>
          </a:prstGeom>
        </p:spPr>
        <p:txBody>
          <a:bodyPr lIns="91332" tIns="45718" rIns="91332" bIns="45718">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x-none" dirty="0"/>
          </a:p>
        </p:txBody>
      </p:sp>
      <p:sp>
        <p:nvSpPr>
          <p:cNvPr id="31" name="文本占位符 21"/>
          <p:cNvSpPr>
            <a:spLocks noGrp="1"/>
          </p:cNvSpPr>
          <p:nvPr>
            <p:ph type="body" sz="quarter" idx="24" hasCustomPrompt="1"/>
          </p:nvPr>
        </p:nvSpPr>
        <p:spPr>
          <a:xfrm>
            <a:off x="10065853" y="1737456"/>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854" y="2816560"/>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854" y="3896708"/>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854" y="4974828"/>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7"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9" y="2799141"/>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9" y="3876826"/>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9" y="4938185"/>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5" y="1650433"/>
            <a:ext cx="1052336" cy="830675"/>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01</a:t>
            </a:r>
            <a:endParaRPr kumimoji="1" lang="zh-CN" altLang="en-US" dirty="0"/>
          </a:p>
        </p:txBody>
      </p:sp>
      <p:sp>
        <p:nvSpPr>
          <p:cNvPr id="2" name="Text Box 2">
            <a:extLst>
              <a:ext uri="{FF2B5EF4-FFF2-40B4-BE49-F238E27FC236}">
                <a16:creationId xmlns:a16="http://schemas.microsoft.com/office/drawing/2014/main" id="{BDC5D584-61E7-907C-4B40-9658CE13BA6E}"/>
              </a:ext>
            </a:extLst>
          </p:cNvPr>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Tree>
    <p:extLst>
      <p:ext uri="{BB962C8B-B14F-4D97-AF65-F5344CB8AC3E}">
        <p14:creationId xmlns:p14="http://schemas.microsoft.com/office/powerpoint/2010/main" val="2002324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50044"/>
            <a:ext cx="209883"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9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Content Placeholder 5"/>
          <p:cNvSpPr>
            <a:spLocks noGrp="1"/>
          </p:cNvSpPr>
          <p:nvPr>
            <p:ph sz="quarter" idx="12" hasCustomPrompt="1"/>
          </p:nvPr>
        </p:nvSpPr>
        <p:spPr>
          <a:xfrm>
            <a:off x="397213" y="1374244"/>
            <a:ext cx="11206475" cy="4890199"/>
          </a:xfrm>
          <a:prstGeom prst="rect">
            <a:avLst/>
          </a:prstGeom>
        </p:spPr>
        <p:txBody>
          <a:bodyPr lIns="89892" tIns="45718" rIns="91332" bIns="45718">
            <a:noAutofit/>
          </a:bodyPr>
          <a:lstStyle>
            <a:lvl1pPr marL="0" indent="0">
              <a:lnSpc>
                <a:spcPct val="130000"/>
              </a:lnSpc>
              <a:spcBef>
                <a:spcPts val="0"/>
              </a:spcBef>
              <a:buNone/>
              <a:defRPr sz="19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 name="Text Box 2">
            <a:extLst>
              <a:ext uri="{FF2B5EF4-FFF2-40B4-BE49-F238E27FC236}">
                <a16:creationId xmlns:a16="http://schemas.microsoft.com/office/drawing/2014/main" id="{3E8CB898-BF2C-5FED-5D8E-6648125C5081}"/>
              </a:ext>
            </a:extLst>
          </p:cNvPr>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Tree>
    <p:extLst>
      <p:ext uri="{BB962C8B-B14F-4D97-AF65-F5344CB8AC3E}">
        <p14:creationId xmlns:p14="http://schemas.microsoft.com/office/powerpoint/2010/main" val="1856405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3"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panose="02000503000000020004"/>
              </a:defRPr>
            </a:pPr>
            <a:endParaRPr sz="1500" dirty="0">
              <a:solidFill>
                <a:srgbClr val="FFC000"/>
              </a:solidFill>
              <a:latin typeface="微软雅黑" panose="020B0503020204020204" pitchFamily="34" charset="-122"/>
              <a:sym typeface="Helvetica Neue Medium" panose="02000503000000020004"/>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7"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1" name="Content Placeholder 5"/>
          <p:cNvSpPr>
            <a:spLocks noGrp="1"/>
          </p:cNvSpPr>
          <p:nvPr>
            <p:ph sz="quarter" idx="12" hasCustomPrompt="1"/>
          </p:nvPr>
        </p:nvSpPr>
        <p:spPr>
          <a:xfrm>
            <a:off x="397213" y="1374244"/>
            <a:ext cx="11206475" cy="4890199"/>
          </a:xfrm>
          <a:prstGeom prst="rect">
            <a:avLst/>
          </a:prstGeom>
        </p:spPr>
        <p:txBody>
          <a:bodyPr lIns="89892" tIns="45718" rIns="91332" bIns="45718">
            <a:noAutofit/>
          </a:bodyPr>
          <a:lstStyle>
            <a:lvl1pPr marL="0" indent="0">
              <a:lnSpc>
                <a:spcPct val="130000"/>
              </a:lnSpc>
              <a:spcBef>
                <a:spcPts val="0"/>
              </a:spcBef>
              <a:buNone/>
              <a:defRPr sz="19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p:txBody>
      </p:sp>
      <p:sp>
        <p:nvSpPr>
          <p:cNvPr id="10"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bg1"/>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副标题，微软雅黑粗体</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2"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 name="Text Box 2">
            <a:extLst>
              <a:ext uri="{FF2B5EF4-FFF2-40B4-BE49-F238E27FC236}">
                <a16:creationId xmlns:a16="http://schemas.microsoft.com/office/drawing/2014/main" id="{8B6832B9-05D4-817D-E00F-D457F70061E4}"/>
              </a:ext>
            </a:extLst>
          </p:cNvPr>
          <p:cNvSpPr txBox="1"/>
          <p:nvPr userDrawn="1"/>
        </p:nvSpPr>
        <p:spPr>
          <a:xfrm>
            <a:off x="9909247" y="6418378"/>
            <a:ext cx="1462116" cy="170431"/>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chemeClr val="bg1"/>
                </a:solidFill>
              </a:rPr>
              <a:t> </a:t>
            </a:r>
            <a:r>
              <a:rPr lang="zh-CN" altLang="en-US" sz="900" dirty="0">
                <a:solidFill>
                  <a:schemeClr val="bg1"/>
                </a:solidFill>
              </a:rPr>
              <a:t>④ 内部公开 请勿外传</a:t>
            </a:r>
            <a:endParaRPr sz="900" dirty="0">
              <a:solidFill>
                <a:schemeClr val="bg1"/>
              </a:solidFill>
            </a:endParaRPr>
          </a:p>
        </p:txBody>
      </p:sp>
    </p:spTree>
    <p:extLst>
      <p:ext uri="{BB962C8B-B14F-4D97-AF65-F5344CB8AC3E}">
        <p14:creationId xmlns:p14="http://schemas.microsoft.com/office/powerpoint/2010/main" val="1832854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图文-双图2">
    <p:spTree>
      <p:nvGrpSpPr>
        <p:cNvPr id="1" name=""/>
        <p:cNvGrpSpPr/>
        <p:nvPr/>
      </p:nvGrpSpPr>
      <p:grpSpPr>
        <a:xfrm>
          <a:off x="0" y="0"/>
          <a:ext cx="0" cy="0"/>
          <a:chOff x="0" y="0"/>
          <a:chExt cx="0" cy="0"/>
        </a:xfrm>
      </p:grpSpPr>
      <p:sp>
        <p:nvSpPr>
          <p:cNvPr id="17" name="文本占位符 3"/>
          <p:cNvSpPr>
            <a:spLocks noGrp="1"/>
          </p:cNvSpPr>
          <p:nvPr>
            <p:ph type="body" sz="quarter" idx="26" hasCustomPrompt="1"/>
          </p:nvPr>
        </p:nvSpPr>
        <p:spPr>
          <a:xfrm>
            <a:off x="6754767" y="4996105"/>
            <a:ext cx="4457828"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5" name="文本占位符 3"/>
          <p:cNvSpPr>
            <a:spLocks noGrp="1"/>
          </p:cNvSpPr>
          <p:nvPr>
            <p:ph type="body" sz="quarter" idx="24" hasCustomPrompt="1"/>
          </p:nvPr>
        </p:nvSpPr>
        <p:spPr>
          <a:xfrm>
            <a:off x="1203899" y="4996105"/>
            <a:ext cx="4457828" cy="552823"/>
          </a:xfrm>
          <a:prstGeom prst="rect">
            <a:avLst/>
          </a:prstGeom>
        </p:spPr>
        <p:txBody>
          <a:bodyPr lIns="91332" tIns="45718" rIns="91332" bIns="45718" anchor="t"/>
          <a:lstStyle>
            <a:lvl1pPr marL="0" marR="0" indent="0" algn="ctr"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6" name="文本占位符 3"/>
          <p:cNvSpPr>
            <a:spLocks noGrp="1"/>
          </p:cNvSpPr>
          <p:nvPr>
            <p:ph type="body" sz="quarter" idx="25" hasCustomPrompt="1"/>
          </p:nvPr>
        </p:nvSpPr>
        <p:spPr>
          <a:xfrm>
            <a:off x="7259501" y="1309218"/>
            <a:ext cx="3496023" cy="722313"/>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14" name="文本占位符 3"/>
          <p:cNvSpPr>
            <a:spLocks noGrp="1"/>
          </p:cNvSpPr>
          <p:nvPr>
            <p:ph type="body" sz="quarter" idx="23" hasCustomPrompt="1"/>
          </p:nvPr>
        </p:nvSpPr>
        <p:spPr>
          <a:xfrm>
            <a:off x="1704750" y="1309218"/>
            <a:ext cx="3496023" cy="722313"/>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7" name="图片占位符 6"/>
          <p:cNvSpPr>
            <a:spLocks noGrp="1"/>
          </p:cNvSpPr>
          <p:nvPr>
            <p:ph type="pic" sz="quarter" idx="11" hasCustomPrompt="1"/>
          </p:nvPr>
        </p:nvSpPr>
        <p:spPr>
          <a:xfrm>
            <a:off x="1293492" y="2008739"/>
            <a:ext cx="4318917" cy="2821048"/>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9" name="图片占位符 6"/>
          <p:cNvSpPr>
            <a:spLocks noGrp="1"/>
          </p:cNvSpPr>
          <p:nvPr>
            <p:ph type="pic" sz="quarter" idx="12" hasCustomPrompt="1"/>
          </p:nvPr>
        </p:nvSpPr>
        <p:spPr>
          <a:xfrm>
            <a:off x="6848244" y="2008739"/>
            <a:ext cx="4318917" cy="2821048"/>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2"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3"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3"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9"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115695418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图文-双图1">
    <p:spTree>
      <p:nvGrpSpPr>
        <p:cNvPr id="1" name=""/>
        <p:cNvGrpSpPr/>
        <p:nvPr/>
      </p:nvGrpSpPr>
      <p:grpSpPr>
        <a:xfrm>
          <a:off x="0" y="0"/>
          <a:ext cx="0" cy="0"/>
          <a:chOff x="0" y="0"/>
          <a:chExt cx="0" cy="0"/>
        </a:xfrm>
      </p:grpSpPr>
      <p:sp>
        <p:nvSpPr>
          <p:cNvPr id="7" name="图片占位符 6"/>
          <p:cNvSpPr>
            <a:spLocks noGrp="1"/>
          </p:cNvSpPr>
          <p:nvPr>
            <p:ph type="pic" sz="quarter" idx="11" hasCustomPrompt="1"/>
          </p:nvPr>
        </p:nvSpPr>
        <p:spPr>
          <a:xfrm>
            <a:off x="-11844" y="-19250"/>
            <a:ext cx="6083207" cy="6886875"/>
          </a:xfrm>
          <a:prstGeom prst="rect">
            <a:avLst/>
          </a:prstGeom>
          <a:gradFill>
            <a:gsLst>
              <a:gs pos="0">
                <a:schemeClr val="tx1">
                  <a:alpha val="10691"/>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FontTx/>
              <a:buNone/>
              <a:defRPr kumimoji="1" lang="zh-CN" altLang="en-US" sz="800" dirty="0">
                <a:solidFill>
                  <a:schemeClr val="bg1"/>
                </a:solidFill>
              </a:defRPr>
            </a:lvl1pPr>
          </a:lstStyle>
          <a:p>
            <a:pPr marL="317068" lvl="0" indent="-317068" algn="ctr"/>
            <a:r>
              <a:rPr kumimoji="1" lang="zh-CN" altLang="en-US" dirty="0"/>
              <a:t>点击添加图片</a:t>
            </a:r>
          </a:p>
        </p:txBody>
      </p:sp>
      <p:sp>
        <p:nvSpPr>
          <p:cNvPr id="9" name="图片占位符 6"/>
          <p:cNvSpPr>
            <a:spLocks noGrp="1"/>
          </p:cNvSpPr>
          <p:nvPr>
            <p:ph type="pic" sz="quarter" idx="12" hasCustomPrompt="1"/>
          </p:nvPr>
        </p:nvSpPr>
        <p:spPr>
          <a:xfrm>
            <a:off x="6116755" y="-19250"/>
            <a:ext cx="6083207" cy="6886875"/>
          </a:xfrm>
          <a:prstGeom prst="rect">
            <a:avLst/>
          </a:prstGeom>
          <a:gradFill>
            <a:gsLst>
              <a:gs pos="0">
                <a:schemeClr val="tx1">
                  <a:alpha val="995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FontTx/>
              <a:buNone/>
              <a:defRPr kumimoji="1" lang="zh-CN" altLang="en-US" sz="800">
                <a:solidFill>
                  <a:schemeClr val="bg1"/>
                </a:solidFill>
              </a:defRPr>
            </a:lvl1pPr>
          </a:lstStyle>
          <a:p>
            <a:pPr marL="317068" lvl="0" indent="-317068" algn="ctr"/>
            <a:r>
              <a:rPr kumimoji="1" lang="zh-CN" altLang="en-US" dirty="0"/>
              <a:t>点击添加图片</a:t>
            </a:r>
          </a:p>
        </p:txBody>
      </p:sp>
      <p:sp>
        <p:nvSpPr>
          <p:cNvPr id="10" name="矩形"/>
          <p:cNvSpPr/>
          <p:nvPr userDrawn="1"/>
        </p:nvSpPr>
        <p:spPr>
          <a:xfrm>
            <a:off x="6128041" y="3983785"/>
            <a:ext cx="6066291" cy="2874219"/>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panose="02000503000000020004"/>
                <a:ea typeface="Helvetica Neue Medium" panose="02000503000000020004"/>
                <a:cs typeface="Helvetica Neue Medium" panose="02000503000000020004"/>
                <a:sym typeface="Helvetica Neue Medium" panose="02000503000000020004"/>
              </a:defRPr>
            </a:pPr>
            <a:endParaRPr sz="1600" dirty="0">
              <a:solidFill>
                <a:srgbClr val="000000"/>
              </a:solidFill>
              <a:latin typeface="微软雅黑" panose="020B0503020204020204" pitchFamily="34" charset="-122"/>
              <a:ea typeface="微软雅黑" panose="020B0503020204020204" pitchFamily="34" charset="-122"/>
              <a:cs typeface="Helvetica Neue Medium" panose="02000503000000020004"/>
              <a:sym typeface="Helvetica Neue Medium" panose="02000503000000020004"/>
            </a:endParaRPr>
          </a:p>
        </p:txBody>
      </p:sp>
      <p:sp>
        <p:nvSpPr>
          <p:cNvPr id="11" name="矩形"/>
          <p:cNvSpPr/>
          <p:nvPr userDrawn="1"/>
        </p:nvSpPr>
        <p:spPr>
          <a:xfrm>
            <a:off x="727" y="3983785"/>
            <a:ext cx="6059276" cy="2874219"/>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panose="02000503000000020004"/>
                <a:ea typeface="Helvetica Neue Medium" panose="02000503000000020004"/>
                <a:cs typeface="Helvetica Neue Medium" panose="02000503000000020004"/>
                <a:sym typeface="Helvetica Neue Medium" panose="02000503000000020004"/>
              </a:defRPr>
            </a:pPr>
            <a:endParaRPr sz="1600" dirty="0">
              <a:solidFill>
                <a:srgbClr val="000000"/>
              </a:solidFill>
              <a:latin typeface="微软雅黑" panose="020B0503020204020204" pitchFamily="34" charset="-122"/>
              <a:ea typeface="微软雅黑" panose="020B0503020204020204" pitchFamily="34" charset="-122"/>
              <a:cs typeface="Helvetica Neue Medium" panose="02000503000000020004"/>
              <a:sym typeface="Helvetica Neue Medium" panose="02000503000000020004"/>
            </a:endParaRPr>
          </a:p>
        </p:txBody>
      </p:sp>
      <p:sp>
        <p:nvSpPr>
          <p:cNvPr id="13" name="文本占位符 3"/>
          <p:cNvSpPr>
            <a:spLocks noGrp="1"/>
          </p:cNvSpPr>
          <p:nvPr>
            <p:ph type="body" sz="quarter" idx="17" hasCustomPrompt="1"/>
          </p:nvPr>
        </p:nvSpPr>
        <p:spPr>
          <a:xfrm>
            <a:off x="7128495" y="4761477"/>
            <a:ext cx="4039767" cy="722313"/>
          </a:xfrm>
          <a:prstGeom prst="rect">
            <a:avLst/>
          </a:prstGeom>
        </p:spPr>
        <p:txBody>
          <a:bodyPr lIns="91332" tIns="45718" rIns="91332" bIns="45718" anchor="ctr"/>
          <a:lstStyle>
            <a:lvl1pPr marL="0" indent="0" algn="ctr">
              <a:buNone/>
              <a:defRPr sz="23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22</a:t>
            </a:r>
            <a:r>
              <a:rPr kumimoji="1" lang="zh-CN" altLang="en-US" dirty="0"/>
              <a:t>磅</a:t>
            </a:r>
          </a:p>
        </p:txBody>
      </p:sp>
      <p:sp>
        <p:nvSpPr>
          <p:cNvPr id="14" name="文本占位符 3"/>
          <p:cNvSpPr>
            <a:spLocks noGrp="1"/>
          </p:cNvSpPr>
          <p:nvPr>
            <p:ph type="body" sz="quarter" idx="18" hasCustomPrompt="1"/>
          </p:nvPr>
        </p:nvSpPr>
        <p:spPr>
          <a:xfrm>
            <a:off x="1009945" y="4761477"/>
            <a:ext cx="4039767" cy="722313"/>
          </a:xfrm>
          <a:prstGeom prst="rect">
            <a:avLst/>
          </a:prstGeom>
        </p:spPr>
        <p:txBody>
          <a:bodyPr lIns="91332" tIns="45718" rIns="91332" bIns="45718" anchor="ctr"/>
          <a:lstStyle>
            <a:lvl1pPr marL="0" indent="0" algn="ctr">
              <a:buNone/>
              <a:defRPr sz="23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22</a:t>
            </a:r>
            <a:r>
              <a:rPr kumimoji="1" lang="zh-CN" altLang="en-US" dirty="0"/>
              <a:t>磅</a:t>
            </a:r>
          </a:p>
        </p:txBody>
      </p:sp>
      <p:sp>
        <p:nvSpPr>
          <p:cNvPr id="15" name="文本占位符 3"/>
          <p:cNvSpPr>
            <a:spLocks noGrp="1"/>
          </p:cNvSpPr>
          <p:nvPr>
            <p:ph type="body" sz="quarter" idx="19" hasCustomPrompt="1"/>
          </p:nvPr>
        </p:nvSpPr>
        <p:spPr>
          <a:xfrm>
            <a:off x="867635" y="5523975"/>
            <a:ext cx="4324244" cy="932620"/>
          </a:xfrm>
          <a:prstGeom prst="rect">
            <a:avLst/>
          </a:prstGeom>
        </p:spPr>
        <p:txBody>
          <a:bodyPr lIns="91332" tIns="45718" rIns="91332" bIns="45718" anchor="ctr"/>
          <a:lstStyle>
            <a:lvl1pPr marL="0" marR="0" indent="0" algn="ctr" defTabSz="228312" eaLnBrk="1" fontAlgn="auto" latinLnBrk="0" hangingPunct="1">
              <a:lnSpc>
                <a:spcPct val="150000"/>
              </a:lnSpc>
              <a:spcBef>
                <a:spcPts val="0"/>
              </a:spcBef>
              <a:spcAft>
                <a:spcPts val="0"/>
              </a:spcAft>
              <a:buClrTx/>
              <a:buSzPct val="125000"/>
              <a:buFontTx/>
              <a:buNone/>
              <a:defRPr sz="16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ctr" defTabSz="228312" eaLnBrk="1" fontAlgn="auto" latinLnBrk="0" hangingPunct="1">
              <a:lnSpc>
                <a:spcPct val="150000"/>
              </a:lnSpc>
              <a:spcBef>
                <a:spcPts val="0"/>
              </a:spcBef>
              <a:spcAft>
                <a:spcPts val="0"/>
              </a:spcAft>
              <a:buClrTx/>
              <a:buSzPct val="125000"/>
              <a:buFontTx/>
              <a:buNone/>
              <a:defRPr/>
            </a:pPr>
            <a:r>
              <a:rPr lang="zh-CN" altLang="en-US" sz="1600" dirty="0">
                <a:solidFill>
                  <a:schemeClr val="bg1"/>
                </a:solidFill>
                <a:latin typeface="FZLanTingHei-R-GBK" panose="02000000000000000000" pitchFamily="2" charset="-122"/>
                <a:ea typeface="FZLanTingHei-R-GBK" panose="02000000000000000000" pitchFamily="2" charset="-122"/>
              </a:rPr>
              <a:t>此处为正文，微软雅黑，字号</a:t>
            </a:r>
            <a:r>
              <a:rPr lang="en-US" altLang="zh-CN" sz="1600" dirty="0">
                <a:solidFill>
                  <a:schemeClr val="bg1"/>
                </a:solidFill>
                <a:latin typeface="FZLanTingHei-R-GBK" panose="02000000000000000000" pitchFamily="2" charset="-122"/>
                <a:ea typeface="FZLanTingHei-R-GBK" panose="02000000000000000000" pitchFamily="2" charset="-122"/>
              </a:rPr>
              <a:t>16</a:t>
            </a:r>
            <a:r>
              <a:rPr lang="zh-CN" altLang="en-US" sz="1600" dirty="0">
                <a:solidFill>
                  <a:schemeClr val="bg1"/>
                </a:solidFill>
                <a:latin typeface="FZLanTingHei-R-GBK" panose="02000000000000000000" pitchFamily="2" charset="-122"/>
                <a:ea typeface="FZLanTingHei-R-GBK" panose="02000000000000000000" pitchFamily="2" charset="-122"/>
              </a:rPr>
              <a:t>磅，行距</a:t>
            </a:r>
            <a:r>
              <a:rPr lang="en-US" altLang="zh-CN" sz="1600" dirty="0">
                <a:solidFill>
                  <a:schemeClr val="bg1"/>
                </a:solidFill>
                <a:latin typeface="FZLanTingHei-R-GBK" panose="02000000000000000000" pitchFamily="2" charset="-122"/>
                <a:ea typeface="FZLanTingHei-R-GBK" panose="02000000000000000000" pitchFamily="2" charset="-122"/>
              </a:rPr>
              <a:t>1.3</a:t>
            </a:r>
            <a:r>
              <a:rPr lang="zh-CN" altLang="en-US" sz="1600" dirty="0">
                <a:solidFill>
                  <a:schemeClr val="bg1"/>
                </a:solidFill>
                <a:latin typeface="FZLanTingHei-R-GBK" panose="02000000000000000000" pitchFamily="2" charset="-122"/>
                <a:ea typeface="FZLanTingHei-R-GBK" panose="02000000000000000000" pitchFamily="2" charset="-122"/>
              </a:rPr>
              <a:t>倍，</a:t>
            </a:r>
            <a:r>
              <a:rPr kumimoji="1" lang="zh-CN" altLang="en-US" dirty="0"/>
              <a:t> （图片为示意，请根据实际情况替换）</a:t>
            </a:r>
          </a:p>
        </p:txBody>
      </p:sp>
      <p:sp>
        <p:nvSpPr>
          <p:cNvPr id="17"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bg1"/>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8"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9" name="文本占位符 3"/>
          <p:cNvSpPr>
            <a:spLocks noGrp="1"/>
          </p:cNvSpPr>
          <p:nvPr>
            <p:ph type="body" sz="quarter" idx="31" hasCustomPrompt="1"/>
          </p:nvPr>
        </p:nvSpPr>
        <p:spPr>
          <a:xfrm>
            <a:off x="6990139" y="5523975"/>
            <a:ext cx="4324244" cy="932620"/>
          </a:xfrm>
          <a:prstGeom prst="rect">
            <a:avLst/>
          </a:prstGeom>
        </p:spPr>
        <p:txBody>
          <a:bodyPr lIns="91332" tIns="45718" rIns="91332" bIns="45718" anchor="ctr"/>
          <a:lstStyle>
            <a:lvl1pPr marL="0" marR="0" indent="0" algn="ctr" defTabSz="228312" eaLnBrk="1" fontAlgn="auto" latinLnBrk="0" hangingPunct="1">
              <a:lnSpc>
                <a:spcPct val="150000"/>
              </a:lnSpc>
              <a:spcBef>
                <a:spcPts val="0"/>
              </a:spcBef>
              <a:spcAft>
                <a:spcPts val="0"/>
              </a:spcAft>
              <a:buClrTx/>
              <a:buSzPct val="125000"/>
              <a:buFontTx/>
              <a:buNone/>
              <a:defRPr sz="16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ctr" defTabSz="228312" eaLnBrk="1" fontAlgn="auto" latinLnBrk="0" hangingPunct="1">
              <a:lnSpc>
                <a:spcPct val="150000"/>
              </a:lnSpc>
              <a:spcBef>
                <a:spcPts val="0"/>
              </a:spcBef>
              <a:spcAft>
                <a:spcPts val="0"/>
              </a:spcAft>
              <a:buClrTx/>
              <a:buSzPct val="125000"/>
              <a:buFontTx/>
              <a:buNone/>
              <a:defRPr/>
            </a:pPr>
            <a:r>
              <a:rPr lang="zh-CN" altLang="en-US" sz="1600" dirty="0">
                <a:solidFill>
                  <a:schemeClr val="bg1"/>
                </a:solidFill>
                <a:latin typeface="FZLanTingHei-R-GBK" panose="02000000000000000000" pitchFamily="2" charset="-122"/>
                <a:ea typeface="FZLanTingHei-R-GBK" panose="02000000000000000000" pitchFamily="2" charset="-122"/>
              </a:rPr>
              <a:t>此处为正文，微软雅黑，字号</a:t>
            </a:r>
            <a:r>
              <a:rPr lang="en-US" altLang="zh-CN" sz="1600" dirty="0">
                <a:solidFill>
                  <a:schemeClr val="bg1"/>
                </a:solidFill>
                <a:latin typeface="FZLanTingHei-R-GBK" panose="02000000000000000000" pitchFamily="2" charset="-122"/>
                <a:ea typeface="FZLanTingHei-R-GBK" panose="02000000000000000000" pitchFamily="2" charset="-122"/>
              </a:rPr>
              <a:t>16</a:t>
            </a:r>
            <a:r>
              <a:rPr lang="zh-CN" altLang="en-US" sz="1600" dirty="0">
                <a:solidFill>
                  <a:schemeClr val="bg1"/>
                </a:solidFill>
                <a:latin typeface="FZLanTingHei-R-GBK" panose="02000000000000000000" pitchFamily="2" charset="-122"/>
                <a:ea typeface="FZLanTingHei-R-GBK" panose="02000000000000000000" pitchFamily="2" charset="-122"/>
              </a:rPr>
              <a:t>磅，行距</a:t>
            </a:r>
            <a:r>
              <a:rPr lang="en-US" altLang="zh-CN" sz="1600" dirty="0">
                <a:solidFill>
                  <a:schemeClr val="bg1"/>
                </a:solidFill>
                <a:latin typeface="FZLanTingHei-R-GBK" panose="02000000000000000000" pitchFamily="2" charset="-122"/>
                <a:ea typeface="FZLanTingHei-R-GBK" panose="02000000000000000000" pitchFamily="2" charset="-122"/>
              </a:rPr>
              <a:t>1.3</a:t>
            </a:r>
            <a:r>
              <a:rPr lang="zh-CN" altLang="en-US" sz="1600" dirty="0">
                <a:solidFill>
                  <a:schemeClr val="bg1"/>
                </a:solidFill>
                <a:latin typeface="FZLanTingHei-R-GBK" panose="02000000000000000000" pitchFamily="2" charset="-122"/>
                <a:ea typeface="FZLanTingHei-R-GBK" panose="02000000000000000000" pitchFamily="2" charset="-122"/>
              </a:rPr>
              <a:t>倍，</a:t>
            </a:r>
            <a:r>
              <a:rPr kumimoji="1" lang="zh-CN" altLang="en-US" dirty="0"/>
              <a:t> （图片为示意，请根据实际情况替换）</a:t>
            </a:r>
          </a:p>
        </p:txBody>
      </p:sp>
    </p:spTree>
    <p:extLst>
      <p:ext uri="{BB962C8B-B14F-4D97-AF65-F5344CB8AC3E}">
        <p14:creationId xmlns:p14="http://schemas.microsoft.com/office/powerpoint/2010/main" val="118992962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图文-三图2">
    <p:spTree>
      <p:nvGrpSpPr>
        <p:cNvPr id="1" name=""/>
        <p:cNvGrpSpPr/>
        <p:nvPr/>
      </p:nvGrpSpPr>
      <p:grpSpPr>
        <a:xfrm>
          <a:off x="0" y="0"/>
          <a:ext cx="0" cy="0"/>
          <a:chOff x="0" y="0"/>
          <a:chExt cx="0" cy="0"/>
        </a:xfrm>
      </p:grpSpPr>
      <p:sp>
        <p:nvSpPr>
          <p:cNvPr id="11" name="文本占位符 10"/>
          <p:cNvSpPr>
            <a:spLocks noGrp="1"/>
          </p:cNvSpPr>
          <p:nvPr>
            <p:ph type="body" sz="quarter" idx="18" hasCustomPrompt="1"/>
          </p:nvPr>
        </p:nvSpPr>
        <p:spPr>
          <a:xfrm>
            <a:off x="416871" y="2533714"/>
            <a:ext cx="2521977" cy="434975"/>
          </a:xfrm>
          <a:prstGeom prst="rect">
            <a:avLst/>
          </a:prstGeom>
        </p:spPr>
        <p:txBody>
          <a:bodyPr lIns="91332" tIns="45718" rIns="91332" bIns="45718"/>
          <a:lstStyle>
            <a:lvl1pPr marL="0" indent="0">
              <a:buNone/>
              <a:defRPr sz="2300" b="0" i="0">
                <a:solidFill>
                  <a:srgbClr val="1771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4" name="Picture Placeholder 8"/>
          <p:cNvSpPr>
            <a:spLocks noGrp="1"/>
          </p:cNvSpPr>
          <p:nvPr>
            <p:ph type="pic" sz="quarter" idx="14" hasCustomPrompt="1"/>
          </p:nvPr>
        </p:nvSpPr>
        <p:spPr>
          <a:xfrm>
            <a:off x="9133841" y="176099"/>
            <a:ext cx="2910043" cy="314191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5" hasCustomPrompt="1"/>
          </p:nvPr>
        </p:nvSpPr>
        <p:spPr>
          <a:xfrm>
            <a:off x="6056725" y="176065"/>
            <a:ext cx="2910043" cy="6508712"/>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6" hasCustomPrompt="1"/>
          </p:nvPr>
        </p:nvSpPr>
        <p:spPr>
          <a:xfrm>
            <a:off x="9133841" y="3488434"/>
            <a:ext cx="2910043" cy="3196415"/>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0" name="Title 2"/>
          <p:cNvSpPr>
            <a:spLocks noGrp="1"/>
          </p:cNvSpPr>
          <p:nvPr>
            <p:ph type="title" hasCustomPrompt="1"/>
          </p:nvPr>
        </p:nvSpPr>
        <p:spPr>
          <a:xfrm>
            <a:off x="398165" y="210672"/>
            <a:ext cx="5658631"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2" name="文本占位符 3"/>
          <p:cNvSpPr>
            <a:spLocks noGrp="1"/>
          </p:cNvSpPr>
          <p:nvPr>
            <p:ph type="body" sz="quarter" idx="24" hasCustomPrompt="1"/>
          </p:nvPr>
        </p:nvSpPr>
        <p:spPr>
          <a:xfrm>
            <a:off x="414057" y="3041639"/>
            <a:ext cx="3349560"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3"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Tree>
    <p:extLst>
      <p:ext uri="{BB962C8B-B14F-4D97-AF65-F5344CB8AC3E}">
        <p14:creationId xmlns:p14="http://schemas.microsoft.com/office/powerpoint/2010/main" val="2346992728"/>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图文-三图3">
    <p:spTree>
      <p:nvGrpSpPr>
        <p:cNvPr id="1" name=""/>
        <p:cNvGrpSpPr/>
        <p:nvPr/>
      </p:nvGrpSpPr>
      <p:grpSpPr>
        <a:xfrm>
          <a:off x="0" y="0"/>
          <a:ext cx="0" cy="0"/>
          <a:chOff x="0" y="0"/>
          <a:chExt cx="0" cy="0"/>
        </a:xfrm>
      </p:grpSpPr>
      <p:sp>
        <p:nvSpPr>
          <p:cNvPr id="4" name="Picture Placeholder 8"/>
          <p:cNvSpPr>
            <a:spLocks noGrp="1"/>
          </p:cNvSpPr>
          <p:nvPr>
            <p:ph type="pic" sz="quarter" idx="14" hasCustomPrompt="1"/>
          </p:nvPr>
        </p:nvSpPr>
        <p:spPr>
          <a:xfrm>
            <a:off x="6062548" y="3488365"/>
            <a:ext cx="5959091" cy="31935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5" hasCustomPrompt="1"/>
          </p:nvPr>
        </p:nvSpPr>
        <p:spPr>
          <a:xfrm>
            <a:off x="6062572" y="176099"/>
            <a:ext cx="2986111" cy="314191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6" hasCustomPrompt="1"/>
          </p:nvPr>
        </p:nvSpPr>
        <p:spPr>
          <a:xfrm>
            <a:off x="9219023" y="176065"/>
            <a:ext cx="2802616" cy="3141915"/>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文本占位符 10"/>
          <p:cNvSpPr>
            <a:spLocks noGrp="1"/>
          </p:cNvSpPr>
          <p:nvPr>
            <p:ph type="body" sz="quarter" idx="18" hasCustomPrompt="1"/>
          </p:nvPr>
        </p:nvSpPr>
        <p:spPr>
          <a:xfrm>
            <a:off x="416871" y="2533714"/>
            <a:ext cx="2521977" cy="434975"/>
          </a:xfrm>
          <a:prstGeom prst="rect">
            <a:avLst/>
          </a:prstGeom>
        </p:spPr>
        <p:txBody>
          <a:bodyPr lIns="91332" tIns="45718" rIns="91332" bIns="45718"/>
          <a:lstStyle>
            <a:lvl1pPr marL="0" indent="0">
              <a:buNone/>
              <a:defRPr sz="2300" b="0" i="0">
                <a:solidFill>
                  <a:srgbClr val="1771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11" name="文本占位符 3"/>
          <p:cNvSpPr>
            <a:spLocks noGrp="1"/>
          </p:cNvSpPr>
          <p:nvPr>
            <p:ph type="body" sz="quarter" idx="24" hasCustomPrompt="1"/>
          </p:nvPr>
        </p:nvSpPr>
        <p:spPr>
          <a:xfrm>
            <a:off x="414057" y="3041637"/>
            <a:ext cx="3349560"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6" name="Title 2"/>
          <p:cNvSpPr>
            <a:spLocks noGrp="1"/>
          </p:cNvSpPr>
          <p:nvPr>
            <p:ph type="title" hasCustomPrompt="1"/>
          </p:nvPr>
        </p:nvSpPr>
        <p:spPr>
          <a:xfrm>
            <a:off x="398165" y="210672"/>
            <a:ext cx="5658631"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7"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Tree>
    <p:extLst>
      <p:ext uri="{BB962C8B-B14F-4D97-AF65-F5344CB8AC3E}">
        <p14:creationId xmlns:p14="http://schemas.microsoft.com/office/powerpoint/2010/main" val="34323108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图文-四图2">
    <p:spTree>
      <p:nvGrpSpPr>
        <p:cNvPr id="1" name=""/>
        <p:cNvGrpSpPr/>
        <p:nvPr/>
      </p:nvGrpSpPr>
      <p:grpSpPr>
        <a:xfrm>
          <a:off x="0" y="0"/>
          <a:ext cx="0" cy="0"/>
          <a:chOff x="0" y="0"/>
          <a:chExt cx="0" cy="0"/>
        </a:xfrm>
      </p:grpSpPr>
      <p:sp>
        <p:nvSpPr>
          <p:cNvPr id="7" name="图片占位符 6"/>
          <p:cNvSpPr>
            <a:spLocks noGrp="1"/>
          </p:cNvSpPr>
          <p:nvPr>
            <p:ph type="pic" sz="quarter" idx="11" hasCustomPrompt="1"/>
          </p:nvPr>
        </p:nvSpPr>
        <p:spPr>
          <a:xfrm>
            <a:off x="574176" y="1683001"/>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4" name="图片占位符 6"/>
          <p:cNvSpPr>
            <a:spLocks noGrp="1"/>
          </p:cNvSpPr>
          <p:nvPr>
            <p:ph type="pic" sz="quarter" idx="14" hasCustomPrompt="1"/>
          </p:nvPr>
        </p:nvSpPr>
        <p:spPr>
          <a:xfrm>
            <a:off x="574176" y="4022380"/>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5" name="图片占位符 6"/>
          <p:cNvSpPr>
            <a:spLocks noGrp="1"/>
          </p:cNvSpPr>
          <p:nvPr>
            <p:ph type="pic" sz="quarter" idx="15" hasCustomPrompt="1"/>
          </p:nvPr>
        </p:nvSpPr>
        <p:spPr>
          <a:xfrm>
            <a:off x="6423428" y="1683001"/>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6" name="图片占位符 6"/>
          <p:cNvSpPr>
            <a:spLocks noGrp="1"/>
          </p:cNvSpPr>
          <p:nvPr>
            <p:ph type="pic" sz="quarter" idx="16" hasCustomPrompt="1"/>
          </p:nvPr>
        </p:nvSpPr>
        <p:spPr>
          <a:xfrm>
            <a:off x="6423428" y="4022380"/>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04269" y="246989"/>
            <a:ext cx="896585" cy="416027"/>
          </a:xfrm>
          <a:prstGeom prst="rect">
            <a:avLst/>
          </a:prstGeom>
        </p:spPr>
      </p:pic>
      <p:sp>
        <p:nvSpPr>
          <p:cNvPr id="18" name="文本占位符 5"/>
          <p:cNvSpPr>
            <a:spLocks noGrp="1"/>
          </p:cNvSpPr>
          <p:nvPr>
            <p:ph type="body" sz="quarter" idx="33"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9"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0" name="文本占位符 3"/>
          <p:cNvSpPr>
            <a:spLocks noGrp="1"/>
          </p:cNvSpPr>
          <p:nvPr>
            <p:ph type="body" sz="quarter" idx="34" hasCustomPrompt="1"/>
          </p:nvPr>
        </p:nvSpPr>
        <p:spPr>
          <a:xfrm>
            <a:off x="3193775" y="1895720"/>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29" name="文本占位符 3"/>
          <p:cNvSpPr>
            <a:spLocks noGrp="1"/>
          </p:cNvSpPr>
          <p:nvPr>
            <p:ph type="body" sz="quarter" idx="20" hasCustomPrompt="1"/>
          </p:nvPr>
        </p:nvSpPr>
        <p:spPr>
          <a:xfrm>
            <a:off x="3193779" y="2280572"/>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0" name="文本占位符 3"/>
          <p:cNvSpPr>
            <a:spLocks noGrp="1"/>
          </p:cNvSpPr>
          <p:nvPr>
            <p:ph type="body" sz="quarter" idx="35" hasCustomPrompt="1"/>
          </p:nvPr>
        </p:nvSpPr>
        <p:spPr>
          <a:xfrm>
            <a:off x="3193775" y="4267875"/>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1" name="文本占位符 3"/>
          <p:cNvSpPr>
            <a:spLocks noGrp="1"/>
          </p:cNvSpPr>
          <p:nvPr>
            <p:ph type="body" sz="quarter" idx="36" hasCustomPrompt="1"/>
          </p:nvPr>
        </p:nvSpPr>
        <p:spPr>
          <a:xfrm>
            <a:off x="3193779" y="4652708"/>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2" name="文本占位符 3"/>
          <p:cNvSpPr>
            <a:spLocks noGrp="1"/>
          </p:cNvSpPr>
          <p:nvPr>
            <p:ph type="body" sz="quarter" idx="37" hasCustomPrompt="1"/>
          </p:nvPr>
        </p:nvSpPr>
        <p:spPr>
          <a:xfrm>
            <a:off x="9037983" y="4267875"/>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3" name="文本占位符 3"/>
          <p:cNvSpPr>
            <a:spLocks noGrp="1"/>
          </p:cNvSpPr>
          <p:nvPr>
            <p:ph type="body" sz="quarter" idx="38" hasCustomPrompt="1"/>
          </p:nvPr>
        </p:nvSpPr>
        <p:spPr>
          <a:xfrm>
            <a:off x="9037987" y="4652708"/>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4" name="文本占位符 3"/>
          <p:cNvSpPr>
            <a:spLocks noGrp="1"/>
          </p:cNvSpPr>
          <p:nvPr>
            <p:ph type="body" sz="quarter" idx="39" hasCustomPrompt="1"/>
          </p:nvPr>
        </p:nvSpPr>
        <p:spPr>
          <a:xfrm>
            <a:off x="9037983" y="1895720"/>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5" name="文本占位符 3"/>
          <p:cNvSpPr>
            <a:spLocks noGrp="1"/>
          </p:cNvSpPr>
          <p:nvPr>
            <p:ph type="body" sz="quarter" idx="40" hasCustomPrompt="1"/>
          </p:nvPr>
        </p:nvSpPr>
        <p:spPr>
          <a:xfrm>
            <a:off x="9037987" y="2280572"/>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2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2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01166977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图文-四图1">
    <p:spTree>
      <p:nvGrpSpPr>
        <p:cNvPr id="1" name=""/>
        <p:cNvGrpSpPr/>
        <p:nvPr/>
      </p:nvGrpSpPr>
      <p:grpSpPr>
        <a:xfrm>
          <a:off x="0" y="0"/>
          <a:ext cx="0" cy="0"/>
          <a:chOff x="0" y="0"/>
          <a:chExt cx="0" cy="0"/>
        </a:xfrm>
      </p:grpSpPr>
      <p:sp>
        <p:nvSpPr>
          <p:cNvPr id="5" name="Picture Placeholder 8"/>
          <p:cNvSpPr>
            <a:spLocks noGrp="1"/>
          </p:cNvSpPr>
          <p:nvPr>
            <p:ph type="pic" sz="quarter" idx="12" hasCustomPrompt="1"/>
          </p:nvPr>
        </p:nvSpPr>
        <p:spPr>
          <a:xfrm>
            <a:off x="1033775"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6" name="Picture Placeholder 8"/>
          <p:cNvSpPr>
            <a:spLocks noGrp="1"/>
          </p:cNvSpPr>
          <p:nvPr>
            <p:ph type="pic" sz="quarter" idx="13" hasCustomPrompt="1"/>
          </p:nvPr>
        </p:nvSpPr>
        <p:spPr>
          <a:xfrm>
            <a:off x="3631563"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4" hasCustomPrompt="1"/>
          </p:nvPr>
        </p:nvSpPr>
        <p:spPr>
          <a:xfrm>
            <a:off x="6229355"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15" hasCustomPrompt="1"/>
          </p:nvPr>
        </p:nvSpPr>
        <p:spPr>
          <a:xfrm>
            <a:off x="8827147"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228312" indent="-228312"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20" name="文本占位符 3"/>
          <p:cNvSpPr>
            <a:spLocks noGrp="1"/>
          </p:cNvSpPr>
          <p:nvPr>
            <p:ph type="body" sz="quarter" idx="23" hasCustomPrompt="1"/>
          </p:nvPr>
        </p:nvSpPr>
        <p:spPr>
          <a:xfrm>
            <a:off x="1037419"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22" name="文本占位符 5"/>
          <p:cNvSpPr>
            <a:spLocks noGrp="1"/>
          </p:cNvSpPr>
          <p:nvPr>
            <p:ph type="body" sz="quarter" idx="33"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23"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30" name="文本占位符 21"/>
          <p:cNvSpPr>
            <a:spLocks noGrp="1"/>
          </p:cNvSpPr>
          <p:nvPr>
            <p:ph type="body" sz="quarter" idx="20" hasCustomPrompt="1"/>
          </p:nvPr>
        </p:nvSpPr>
        <p:spPr>
          <a:xfrm>
            <a:off x="1113185"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37" name="文本占位符 3"/>
          <p:cNvSpPr>
            <a:spLocks noGrp="1"/>
          </p:cNvSpPr>
          <p:nvPr>
            <p:ph type="body" sz="quarter" idx="34" hasCustomPrompt="1"/>
          </p:nvPr>
        </p:nvSpPr>
        <p:spPr>
          <a:xfrm>
            <a:off x="3621591"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8" name="文本占位符 21"/>
          <p:cNvSpPr>
            <a:spLocks noGrp="1"/>
          </p:cNvSpPr>
          <p:nvPr>
            <p:ph type="body" sz="quarter" idx="35" hasCustomPrompt="1"/>
          </p:nvPr>
        </p:nvSpPr>
        <p:spPr>
          <a:xfrm>
            <a:off x="3697356"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39" name="文本占位符 3"/>
          <p:cNvSpPr>
            <a:spLocks noGrp="1"/>
          </p:cNvSpPr>
          <p:nvPr>
            <p:ph type="body" sz="quarter" idx="36" hasCustomPrompt="1"/>
          </p:nvPr>
        </p:nvSpPr>
        <p:spPr>
          <a:xfrm>
            <a:off x="6192515"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40" name="文本占位符 21"/>
          <p:cNvSpPr>
            <a:spLocks noGrp="1"/>
          </p:cNvSpPr>
          <p:nvPr>
            <p:ph type="body" sz="quarter" idx="37" hasCustomPrompt="1"/>
          </p:nvPr>
        </p:nvSpPr>
        <p:spPr>
          <a:xfrm>
            <a:off x="6268281"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41" name="文本占位符 3"/>
          <p:cNvSpPr>
            <a:spLocks noGrp="1"/>
          </p:cNvSpPr>
          <p:nvPr>
            <p:ph type="body" sz="quarter" idx="38" hasCustomPrompt="1"/>
          </p:nvPr>
        </p:nvSpPr>
        <p:spPr>
          <a:xfrm>
            <a:off x="8803191"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42" name="文本占位符 21"/>
          <p:cNvSpPr>
            <a:spLocks noGrp="1"/>
          </p:cNvSpPr>
          <p:nvPr>
            <p:ph type="body" sz="quarter" idx="39" hasCustomPrompt="1"/>
          </p:nvPr>
        </p:nvSpPr>
        <p:spPr>
          <a:xfrm>
            <a:off x="8878957"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2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9" name="图片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2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05700909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图文-四图3">
    <p:spTree>
      <p:nvGrpSpPr>
        <p:cNvPr id="1" name=""/>
        <p:cNvGrpSpPr/>
        <p:nvPr/>
      </p:nvGrpSpPr>
      <p:grpSpPr>
        <a:xfrm>
          <a:off x="0" y="0"/>
          <a:ext cx="0" cy="0"/>
          <a:chOff x="0" y="0"/>
          <a:chExt cx="0" cy="0"/>
        </a:xfrm>
      </p:grpSpPr>
      <p:sp>
        <p:nvSpPr>
          <p:cNvPr id="4" name="Picture Placeholder 8"/>
          <p:cNvSpPr>
            <a:spLocks noGrp="1"/>
          </p:cNvSpPr>
          <p:nvPr>
            <p:ph type="pic" sz="quarter" idx="14" hasCustomPrompt="1"/>
          </p:nvPr>
        </p:nvSpPr>
        <p:spPr>
          <a:xfrm>
            <a:off x="9212525" y="171324"/>
            <a:ext cx="2809185" cy="31466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3" hasCustomPrompt="1"/>
          </p:nvPr>
        </p:nvSpPr>
        <p:spPr>
          <a:xfrm>
            <a:off x="6056760" y="3488365"/>
            <a:ext cx="2979543" cy="321089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5" hasCustomPrompt="1"/>
          </p:nvPr>
        </p:nvSpPr>
        <p:spPr>
          <a:xfrm>
            <a:off x="6056760" y="171324"/>
            <a:ext cx="2979543" cy="31466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16" hasCustomPrompt="1"/>
          </p:nvPr>
        </p:nvSpPr>
        <p:spPr>
          <a:xfrm>
            <a:off x="9212525" y="3488365"/>
            <a:ext cx="2809185" cy="321089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0" name="文本占位符 10"/>
          <p:cNvSpPr>
            <a:spLocks noGrp="1"/>
          </p:cNvSpPr>
          <p:nvPr>
            <p:ph type="body" sz="quarter" idx="18" hasCustomPrompt="1"/>
          </p:nvPr>
        </p:nvSpPr>
        <p:spPr>
          <a:xfrm>
            <a:off x="416871" y="2533714"/>
            <a:ext cx="2521977" cy="434975"/>
          </a:xfrm>
          <a:prstGeom prst="rect">
            <a:avLst/>
          </a:prstGeom>
        </p:spPr>
        <p:txBody>
          <a:bodyPr lIns="91332" tIns="45718" rIns="91332" bIns="45718"/>
          <a:lstStyle>
            <a:lvl1pPr marL="0" indent="0">
              <a:buNone/>
              <a:defRPr sz="2300" b="0" i="0">
                <a:solidFill>
                  <a:srgbClr val="1771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15" name="文本占位符 3"/>
          <p:cNvSpPr>
            <a:spLocks noGrp="1"/>
          </p:cNvSpPr>
          <p:nvPr>
            <p:ph type="body" sz="quarter" idx="24" hasCustomPrompt="1"/>
          </p:nvPr>
        </p:nvSpPr>
        <p:spPr>
          <a:xfrm>
            <a:off x="414057" y="3041639"/>
            <a:ext cx="3349560"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1" name="Title 2"/>
          <p:cNvSpPr>
            <a:spLocks noGrp="1"/>
          </p:cNvSpPr>
          <p:nvPr>
            <p:ph type="title" hasCustomPrompt="1"/>
          </p:nvPr>
        </p:nvSpPr>
        <p:spPr>
          <a:xfrm>
            <a:off x="398165" y="210672"/>
            <a:ext cx="5658631"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2"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Tree>
    <p:extLst>
      <p:ext uri="{BB962C8B-B14F-4D97-AF65-F5344CB8AC3E}">
        <p14:creationId xmlns:p14="http://schemas.microsoft.com/office/powerpoint/2010/main" val="386185114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图文-六图1">
    <p:spTree>
      <p:nvGrpSpPr>
        <p:cNvPr id="1" name=""/>
        <p:cNvGrpSpPr/>
        <p:nvPr/>
      </p:nvGrpSpPr>
      <p:grpSpPr>
        <a:xfrm>
          <a:off x="0" y="0"/>
          <a:ext cx="0" cy="0"/>
          <a:chOff x="0" y="0"/>
          <a:chExt cx="0" cy="0"/>
        </a:xfrm>
      </p:grpSpPr>
      <p:sp>
        <p:nvSpPr>
          <p:cNvPr id="11" name="图片占位符 2"/>
          <p:cNvSpPr>
            <a:spLocks noGrp="1"/>
          </p:cNvSpPr>
          <p:nvPr>
            <p:ph type="pic" sz="quarter" idx="15" hasCustomPrompt="1"/>
          </p:nvPr>
        </p:nvSpPr>
        <p:spPr>
          <a:xfrm>
            <a:off x="856452" y="1856281"/>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2" name="图片占位符 2"/>
          <p:cNvSpPr>
            <a:spLocks noGrp="1"/>
          </p:cNvSpPr>
          <p:nvPr>
            <p:ph type="pic" sz="quarter" idx="16" hasCustomPrompt="1"/>
          </p:nvPr>
        </p:nvSpPr>
        <p:spPr>
          <a:xfrm>
            <a:off x="4475632" y="1856279"/>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3" name="图片占位符 2"/>
          <p:cNvSpPr>
            <a:spLocks noGrp="1"/>
          </p:cNvSpPr>
          <p:nvPr>
            <p:ph type="pic" sz="quarter" idx="17" hasCustomPrompt="1"/>
          </p:nvPr>
        </p:nvSpPr>
        <p:spPr>
          <a:xfrm>
            <a:off x="8094812" y="1856278"/>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4" name="图片占位符 2"/>
          <p:cNvSpPr>
            <a:spLocks noGrp="1"/>
          </p:cNvSpPr>
          <p:nvPr>
            <p:ph type="pic" sz="quarter" idx="18" hasCustomPrompt="1"/>
          </p:nvPr>
        </p:nvSpPr>
        <p:spPr>
          <a:xfrm>
            <a:off x="856452" y="4300338"/>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FontTx/>
              <a:buNone/>
              <a:defRPr kumimoji="1" lang="zh-CN" altLang="en-US" sz="800" dirty="0">
                <a:solidFill>
                  <a:schemeClr val="bg1"/>
                </a:solidFill>
              </a:defRPr>
            </a:lvl1pPr>
          </a:lstStyle>
          <a:p>
            <a:pPr marL="317068" lvl="0" indent="-317068" algn="ctr"/>
            <a:r>
              <a:rPr kumimoji="1" lang="zh-CN" altLang="en-US" dirty="0"/>
              <a:t>点击添加图片</a:t>
            </a:r>
          </a:p>
        </p:txBody>
      </p:sp>
      <p:sp>
        <p:nvSpPr>
          <p:cNvPr id="26" name="图片占位符 2"/>
          <p:cNvSpPr>
            <a:spLocks noGrp="1"/>
          </p:cNvSpPr>
          <p:nvPr>
            <p:ph type="pic" sz="quarter" idx="19" hasCustomPrompt="1"/>
          </p:nvPr>
        </p:nvSpPr>
        <p:spPr>
          <a:xfrm>
            <a:off x="4475632" y="4300337"/>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7" name="图片占位符 2"/>
          <p:cNvSpPr>
            <a:spLocks noGrp="1"/>
          </p:cNvSpPr>
          <p:nvPr>
            <p:ph type="pic" sz="quarter" idx="20" hasCustomPrompt="1"/>
          </p:nvPr>
        </p:nvSpPr>
        <p:spPr>
          <a:xfrm>
            <a:off x="8094812" y="4300337"/>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13"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6"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9"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5"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98493263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图文-多图1">
    <p:spTree>
      <p:nvGrpSpPr>
        <p:cNvPr id="1" name=""/>
        <p:cNvGrpSpPr/>
        <p:nvPr/>
      </p:nvGrpSpPr>
      <p:grpSpPr>
        <a:xfrm>
          <a:off x="0" y="0"/>
          <a:ext cx="0" cy="0"/>
          <a:chOff x="0" y="0"/>
          <a:chExt cx="0" cy="0"/>
        </a:xfrm>
      </p:grpSpPr>
      <p:sp>
        <p:nvSpPr>
          <p:cNvPr id="10" name="Rectangle 23"/>
          <p:cNvSpPr/>
          <p:nvPr userDrawn="1"/>
        </p:nvSpPr>
        <p:spPr>
          <a:xfrm>
            <a:off x="3975945" y="1231627"/>
            <a:ext cx="2303163" cy="230346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87531" tIns="45718" rIns="91332" bIns="287531" rtlCol="0" anchor="b"/>
          <a:lstStyle/>
          <a:p>
            <a:pPr algn="ctr" defTabSz="412210" hangingPunct="0">
              <a:defRPr/>
            </a:pPr>
            <a:endParaRPr lang="en-US" sz="3200" kern="0" dirty="0">
              <a:solidFill>
                <a:srgbClr val="FFFFFF"/>
              </a:solidFill>
              <a:latin typeface="微软雅黑" panose="020B0503020204020204" pitchFamily="34" charset="-122"/>
              <a:ea typeface="微软雅黑" panose="020B0503020204020204" pitchFamily="34" charset="-122"/>
              <a:sym typeface="Helvetica Neue" panose="02000503000000020004"/>
            </a:endParaRPr>
          </a:p>
        </p:txBody>
      </p:sp>
      <p:sp>
        <p:nvSpPr>
          <p:cNvPr id="14" name="文本占位符 3"/>
          <p:cNvSpPr>
            <a:spLocks noGrp="1"/>
          </p:cNvSpPr>
          <p:nvPr>
            <p:ph type="body" sz="quarter" idx="25" hasCustomPrompt="1"/>
          </p:nvPr>
        </p:nvSpPr>
        <p:spPr>
          <a:xfrm>
            <a:off x="4085360" y="1547540"/>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15" name="文本占位符 3"/>
          <p:cNvSpPr>
            <a:spLocks noGrp="1"/>
          </p:cNvSpPr>
          <p:nvPr>
            <p:ph type="body" sz="quarter" idx="26" hasCustomPrompt="1"/>
          </p:nvPr>
        </p:nvSpPr>
        <p:spPr>
          <a:xfrm>
            <a:off x="4085360" y="2142413"/>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4" name="Picture Placeholder 8"/>
          <p:cNvSpPr>
            <a:spLocks noGrp="1"/>
          </p:cNvSpPr>
          <p:nvPr>
            <p:ph type="pic" sz="quarter" idx="30" hasCustomPrompt="1"/>
          </p:nvPr>
        </p:nvSpPr>
        <p:spPr>
          <a:xfrm>
            <a:off x="1534745" y="1231627"/>
            <a:ext cx="2303463" cy="230346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31" hasCustomPrompt="1"/>
          </p:nvPr>
        </p:nvSpPr>
        <p:spPr>
          <a:xfrm>
            <a:off x="1534677" y="3681977"/>
            <a:ext cx="2830451"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33" hasCustomPrompt="1"/>
          </p:nvPr>
        </p:nvSpPr>
        <p:spPr>
          <a:xfrm>
            <a:off x="7849749" y="3681977"/>
            <a:ext cx="2830451"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34" hasCustomPrompt="1"/>
          </p:nvPr>
        </p:nvSpPr>
        <p:spPr>
          <a:xfrm>
            <a:off x="6416917" y="1231627"/>
            <a:ext cx="4263283" cy="230346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9" name="Picture Placeholder 8"/>
          <p:cNvSpPr>
            <a:spLocks noGrp="1"/>
          </p:cNvSpPr>
          <p:nvPr>
            <p:ph type="pic" sz="quarter" idx="35" hasCustomPrompt="1"/>
          </p:nvPr>
        </p:nvSpPr>
        <p:spPr>
          <a:xfrm>
            <a:off x="4514640" y="3681977"/>
            <a:ext cx="3185597"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6" name="文本占位符 5"/>
          <p:cNvSpPr>
            <a:spLocks noGrp="1"/>
          </p:cNvSpPr>
          <p:nvPr>
            <p:ph type="body" sz="quarter" idx="36"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7"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2"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9"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287988343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图文-四图4">
    <p:spTree>
      <p:nvGrpSpPr>
        <p:cNvPr id="1" name=""/>
        <p:cNvGrpSpPr/>
        <p:nvPr/>
      </p:nvGrpSpPr>
      <p:grpSpPr>
        <a:xfrm>
          <a:off x="0" y="0"/>
          <a:ext cx="0" cy="0"/>
          <a:chOff x="0" y="0"/>
          <a:chExt cx="0" cy="0"/>
        </a:xfrm>
      </p:grpSpPr>
      <p:sp>
        <p:nvSpPr>
          <p:cNvPr id="8" name="图片占位符 7"/>
          <p:cNvSpPr>
            <a:spLocks noGrp="1"/>
          </p:cNvSpPr>
          <p:nvPr>
            <p:ph type="pic" sz="quarter" idx="11" hasCustomPrompt="1"/>
          </p:nvPr>
        </p:nvSpPr>
        <p:spPr>
          <a:xfrm>
            <a:off x="-7248"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9" name="图片占位符 7"/>
          <p:cNvSpPr>
            <a:spLocks noGrp="1"/>
          </p:cNvSpPr>
          <p:nvPr>
            <p:ph type="pic" sz="quarter" idx="12" hasCustomPrompt="1"/>
          </p:nvPr>
        </p:nvSpPr>
        <p:spPr>
          <a:xfrm>
            <a:off x="3052193"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0" name="图片占位符 7"/>
          <p:cNvSpPr>
            <a:spLocks noGrp="1"/>
          </p:cNvSpPr>
          <p:nvPr>
            <p:ph type="pic" sz="quarter" idx="13" hasCustomPrompt="1"/>
          </p:nvPr>
        </p:nvSpPr>
        <p:spPr>
          <a:xfrm>
            <a:off x="6111570"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1" name="图片占位符 7"/>
          <p:cNvSpPr>
            <a:spLocks noGrp="1"/>
          </p:cNvSpPr>
          <p:nvPr>
            <p:ph type="pic" sz="quarter" idx="14" hasCustomPrompt="1"/>
          </p:nvPr>
        </p:nvSpPr>
        <p:spPr>
          <a:xfrm>
            <a:off x="9170949"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None/>
              <a:defRPr kumimoji="1" lang="zh-CN" altLang="en-US" sz="800">
                <a:solidFill>
                  <a:schemeClr val="bg1"/>
                </a:solidFill>
              </a:defRPr>
            </a:lvl1pPr>
          </a:lstStyle>
          <a:p>
            <a:pPr marL="317068" lvl="0" indent="-317068" algn="ctr"/>
            <a:r>
              <a:rPr kumimoji="1" lang="zh-CN" altLang="en-US" dirty="0"/>
              <a:t>点击添加图片</a:t>
            </a:r>
          </a:p>
        </p:txBody>
      </p:sp>
      <p:sp>
        <p:nvSpPr>
          <p:cNvPr id="7" name="矩形"/>
          <p:cNvSpPr/>
          <p:nvPr userDrawn="1"/>
        </p:nvSpPr>
        <p:spPr>
          <a:xfrm>
            <a:off x="795" y="3388465"/>
            <a:ext cx="12190412" cy="3481411"/>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panose="02000503000000020004"/>
                <a:ea typeface="Helvetica Neue Medium" panose="02000503000000020004"/>
                <a:cs typeface="Helvetica Neue Medium" panose="02000503000000020004"/>
                <a:sym typeface="Helvetica Neue Medium" panose="02000503000000020004"/>
              </a:defRPr>
            </a:pPr>
            <a:endParaRPr sz="1600" dirty="0">
              <a:solidFill>
                <a:srgbClr val="000000"/>
              </a:solidFill>
              <a:latin typeface="微软雅黑" panose="020B0503020204020204" pitchFamily="34" charset="-122"/>
              <a:ea typeface="微软雅黑" panose="020B0503020204020204" pitchFamily="34" charset="-122"/>
              <a:cs typeface="Helvetica Neue Medium" panose="02000503000000020004"/>
              <a:sym typeface="Helvetica Neue Medium" panose="02000503000000020004"/>
            </a:endParaRPr>
          </a:p>
        </p:txBody>
      </p:sp>
      <p:sp>
        <p:nvSpPr>
          <p:cNvPr id="17"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8" name="文本占位符 5"/>
          <p:cNvSpPr>
            <a:spLocks noGrp="1"/>
          </p:cNvSpPr>
          <p:nvPr>
            <p:ph type="body" sz="quarter" idx="31"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bg1"/>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9" name="文本占位符 3"/>
          <p:cNvSpPr>
            <a:spLocks noGrp="1"/>
          </p:cNvSpPr>
          <p:nvPr>
            <p:ph type="body" sz="quarter" idx="32" hasCustomPrompt="1"/>
          </p:nvPr>
        </p:nvSpPr>
        <p:spPr>
          <a:xfrm>
            <a:off x="525116"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29" name="文本占位符 3"/>
          <p:cNvSpPr>
            <a:spLocks noGrp="1"/>
          </p:cNvSpPr>
          <p:nvPr>
            <p:ph type="body" sz="quarter" idx="33" hasCustomPrompt="1"/>
          </p:nvPr>
        </p:nvSpPr>
        <p:spPr>
          <a:xfrm>
            <a:off x="525116"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30" name="文本占位符 3"/>
          <p:cNvSpPr>
            <a:spLocks noGrp="1"/>
          </p:cNvSpPr>
          <p:nvPr>
            <p:ph type="body" sz="quarter" idx="34" hasCustomPrompt="1"/>
          </p:nvPr>
        </p:nvSpPr>
        <p:spPr>
          <a:xfrm>
            <a:off x="3525488"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1" name="文本占位符 3"/>
          <p:cNvSpPr>
            <a:spLocks noGrp="1"/>
          </p:cNvSpPr>
          <p:nvPr>
            <p:ph type="body" sz="quarter" idx="35" hasCustomPrompt="1"/>
          </p:nvPr>
        </p:nvSpPr>
        <p:spPr>
          <a:xfrm>
            <a:off x="3525488"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32" name="文本占位符 3"/>
          <p:cNvSpPr>
            <a:spLocks noGrp="1"/>
          </p:cNvSpPr>
          <p:nvPr>
            <p:ph type="body" sz="quarter" idx="36" hasCustomPrompt="1"/>
          </p:nvPr>
        </p:nvSpPr>
        <p:spPr>
          <a:xfrm>
            <a:off x="6586612"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3" name="文本占位符 3"/>
          <p:cNvSpPr>
            <a:spLocks noGrp="1"/>
          </p:cNvSpPr>
          <p:nvPr>
            <p:ph type="body" sz="quarter" idx="37" hasCustomPrompt="1"/>
          </p:nvPr>
        </p:nvSpPr>
        <p:spPr>
          <a:xfrm>
            <a:off x="6586612"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34" name="文本占位符 3"/>
          <p:cNvSpPr>
            <a:spLocks noGrp="1"/>
          </p:cNvSpPr>
          <p:nvPr>
            <p:ph type="body" sz="quarter" idx="38" hasCustomPrompt="1"/>
          </p:nvPr>
        </p:nvSpPr>
        <p:spPr>
          <a:xfrm>
            <a:off x="9644136"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5" name="文本占位符 3"/>
          <p:cNvSpPr>
            <a:spLocks noGrp="1"/>
          </p:cNvSpPr>
          <p:nvPr>
            <p:ph type="body" sz="quarter" idx="39" hasCustomPrompt="1"/>
          </p:nvPr>
        </p:nvSpPr>
        <p:spPr>
          <a:xfrm>
            <a:off x="9644136"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Tree>
    <p:extLst>
      <p:ext uri="{BB962C8B-B14F-4D97-AF65-F5344CB8AC3E}">
        <p14:creationId xmlns:p14="http://schemas.microsoft.com/office/powerpoint/2010/main" val="19214895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01</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8" name="标题占位符 1"/>
          <p:cNvSpPr>
            <a:spLocks noGrp="1"/>
          </p:cNvSpPr>
          <p:nvPr>
            <p:ph type="title" hasCustomPrompt="1"/>
          </p:nvPr>
        </p:nvSpPr>
        <p:spPr>
          <a:xfrm>
            <a:off x="472126" y="2715567"/>
            <a:ext cx="993995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0" name="矩形 9"/>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1613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02</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7"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1306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69" y="3"/>
            <a:ext cx="12190731"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03</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63418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04</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9"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07074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05</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1"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4508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69" y="3"/>
            <a:ext cx="12190731"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06</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87267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07</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9"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502696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3"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panose="02000503000000020004"/>
              </a:defRPr>
            </a:pPr>
            <a:endParaRPr sz="1500" dirty="0">
              <a:solidFill>
                <a:srgbClr val="FFFFFF"/>
              </a:solidFill>
              <a:latin typeface="微软雅黑" panose="020B0503020204020204" pitchFamily="34" charset="-122"/>
              <a:sym typeface="Helvetica Neue Medium" panose="02000503000000020004"/>
            </a:endParaRPr>
          </a:p>
        </p:txBody>
      </p:sp>
      <p:pic>
        <p:nvPicPr>
          <p:cNvPr id="20" name="图片 19"/>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21"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22" name="图片占位符 7"/>
          <p:cNvSpPr>
            <a:spLocks noGrp="1"/>
          </p:cNvSpPr>
          <p:nvPr>
            <p:ph type="pic" sz="quarter" idx="10" hasCustomPrompt="1"/>
          </p:nvPr>
        </p:nvSpPr>
        <p:spPr>
          <a:xfrm>
            <a:off x="4368257" y="0"/>
            <a:ext cx="7817395" cy="6858000"/>
          </a:xfrm>
          <a:prstGeom prst="rect">
            <a:avLst/>
          </a:prstGeom>
        </p:spPr>
        <p:txBody>
          <a:bodyPr lIns="91332" tIns="45718" rIns="91332" bIns="45718"/>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846" y="419934"/>
            <a:ext cx="2366055" cy="604263"/>
          </a:xfrm>
          <a:prstGeom prst="rect">
            <a:avLst/>
          </a:prstGeom>
        </p:spPr>
        <p:txBody>
          <a:bodyPr lIns="91332" tIns="45718" rIns="91332" bIns="45718"/>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846" y="1046205"/>
            <a:ext cx="2366055" cy="285115"/>
          </a:xfrm>
          <a:prstGeom prst="rect">
            <a:avLst/>
          </a:prstGeom>
        </p:spPr>
        <p:txBody>
          <a:bodyPr lIns="91332" tIns="45718" rIns="91332" bIns="45718"/>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91" y="2055869"/>
            <a:ext cx="2525713" cy="2301587"/>
          </a:xfrm>
          <a:prstGeom prst="rect">
            <a:avLst/>
          </a:prstGeom>
        </p:spPr>
        <p:txBody>
          <a:bodyPr lIns="91332" tIns="45718" rIns="91332" bIns="45718"/>
          <a:lstStyle>
            <a:lvl1pPr marL="228312" marR="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312" marR="0" lvl="0" indent="-228312" algn="l" defTabSz="913176" rtl="0" eaLnBrk="1" fontAlgn="auto" latinLnBrk="0" hangingPunct="1">
              <a:lnSpc>
                <a:spcPct val="150000"/>
              </a:lnSpc>
              <a:spcBef>
                <a:spcPts val="1000"/>
              </a:spcBef>
              <a:spcAft>
                <a:spcPts val="0"/>
              </a:spcAft>
              <a:buClrTx/>
              <a:buSzTx/>
              <a:buFont typeface="Arial" panose="020B0604020202020204" pitchFamily="34" charset="0"/>
              <a:buChar char="•"/>
              <a:defRPr/>
            </a:pPr>
            <a:r>
              <a:rPr kumimoji="1" lang="zh-CN" altLang="en-US" dirty="0"/>
              <a:t>此段文字旨在显示正确的字号和段落的位置，例文可替换</a:t>
            </a:r>
          </a:p>
          <a:p>
            <a:pPr lvl="0"/>
            <a:endParaRPr kumimoji="1" lang="zh-CN" altLang="en-US" dirty="0"/>
          </a:p>
        </p:txBody>
      </p:sp>
    </p:spTree>
    <p:extLst>
      <p:ext uri="{BB962C8B-B14F-4D97-AF65-F5344CB8AC3E}">
        <p14:creationId xmlns:p14="http://schemas.microsoft.com/office/powerpoint/2010/main" val="1725233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设备-手机1">
    <p:spTree>
      <p:nvGrpSpPr>
        <p:cNvPr id="1" name=""/>
        <p:cNvGrpSpPr/>
        <p:nvPr/>
      </p:nvGrpSpPr>
      <p:grpSpPr>
        <a:xfrm>
          <a:off x="0" y="0"/>
          <a:ext cx="0" cy="0"/>
          <a:chOff x="0" y="0"/>
          <a:chExt cx="0" cy="0"/>
        </a:xfrm>
      </p:grpSpPr>
      <p:sp>
        <p:nvSpPr>
          <p:cNvPr id="10" name="Picture Placeholder 13"/>
          <p:cNvSpPr>
            <a:spLocks noGrp="1"/>
          </p:cNvSpPr>
          <p:nvPr>
            <p:ph type="pic" sz="quarter" idx="46" hasCustomPrompt="1"/>
          </p:nvPr>
        </p:nvSpPr>
        <p:spPr>
          <a:xfrm>
            <a:off x="6959087" y="1448436"/>
            <a:ext cx="2735644" cy="5914800"/>
          </a:xfrm>
          <a:custGeom>
            <a:avLst/>
            <a:gdLst>
              <a:gd name="connsiteX0" fmla="*/ 250164 w 2509837"/>
              <a:gd name="connsiteY0" fmla="*/ 0 h 5326062"/>
              <a:gd name="connsiteX1" fmla="*/ 524933 w 2509837"/>
              <a:gd name="connsiteY1" fmla="*/ 0 h 5326062"/>
              <a:gd name="connsiteX2" fmla="*/ 557742 w 2509837"/>
              <a:gd name="connsiteY2" fmla="*/ 36205 h 5326062"/>
              <a:gd name="connsiteX3" fmla="*/ 557742 w 2509837"/>
              <a:gd name="connsiteY3" fmla="*/ 64363 h 5326062"/>
              <a:gd name="connsiteX4" fmla="*/ 701278 w 2509837"/>
              <a:gd name="connsiteY4" fmla="*/ 197113 h 5326062"/>
              <a:gd name="connsiteX5" fmla="*/ 1816761 w 2509837"/>
              <a:gd name="connsiteY5" fmla="*/ 197113 h 5326062"/>
              <a:gd name="connsiteX6" fmla="*/ 1956197 w 2509837"/>
              <a:gd name="connsiteY6" fmla="*/ 60341 h 5326062"/>
              <a:gd name="connsiteX7" fmla="*/ 1956197 w 2509837"/>
              <a:gd name="connsiteY7" fmla="*/ 36205 h 5326062"/>
              <a:gd name="connsiteX8" fmla="*/ 1989005 w 2509837"/>
              <a:gd name="connsiteY8" fmla="*/ 0 h 5326062"/>
              <a:gd name="connsiteX9" fmla="*/ 2259673 w 2509837"/>
              <a:gd name="connsiteY9" fmla="*/ 0 h 5326062"/>
              <a:gd name="connsiteX10" fmla="*/ 2509837 w 2509837"/>
              <a:gd name="connsiteY10" fmla="*/ 249408 h 5326062"/>
              <a:gd name="connsiteX11" fmla="*/ 2509837 w 2509837"/>
              <a:gd name="connsiteY11" fmla="*/ 5080677 h 5326062"/>
              <a:gd name="connsiteX12" fmla="*/ 2259673 w 2509837"/>
              <a:gd name="connsiteY12" fmla="*/ 5326062 h 5326062"/>
              <a:gd name="connsiteX13" fmla="*/ 250164 w 2509837"/>
              <a:gd name="connsiteY13" fmla="*/ 5326062 h 5326062"/>
              <a:gd name="connsiteX14" fmla="*/ 0 w 2509837"/>
              <a:gd name="connsiteY14" fmla="*/ 5080677 h 5326062"/>
              <a:gd name="connsiteX15" fmla="*/ 0 w 2509837"/>
              <a:gd name="connsiteY15" fmla="*/ 249408 h 5326062"/>
              <a:gd name="connsiteX16" fmla="*/ 250164 w 2509837"/>
              <a:gd name="connsiteY16" fmla="*/ 0 h 532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9837" h="5326062">
                <a:moveTo>
                  <a:pt x="250164" y="0"/>
                </a:moveTo>
                <a:cubicBezTo>
                  <a:pt x="250164" y="0"/>
                  <a:pt x="250164" y="0"/>
                  <a:pt x="524933" y="0"/>
                </a:cubicBezTo>
                <a:cubicBezTo>
                  <a:pt x="541338" y="0"/>
                  <a:pt x="557742" y="16091"/>
                  <a:pt x="557742" y="36205"/>
                </a:cubicBezTo>
                <a:cubicBezTo>
                  <a:pt x="557742" y="36205"/>
                  <a:pt x="557742" y="36205"/>
                  <a:pt x="557742" y="64363"/>
                </a:cubicBezTo>
                <a:cubicBezTo>
                  <a:pt x="557742" y="104591"/>
                  <a:pt x="590550" y="197113"/>
                  <a:pt x="701278" y="197113"/>
                </a:cubicBezTo>
                <a:cubicBezTo>
                  <a:pt x="758693" y="197113"/>
                  <a:pt x="1718336" y="197113"/>
                  <a:pt x="1816761" y="197113"/>
                </a:cubicBezTo>
                <a:cubicBezTo>
                  <a:pt x="1915186" y="197113"/>
                  <a:pt x="1956197" y="108613"/>
                  <a:pt x="1956197" y="60341"/>
                </a:cubicBezTo>
                <a:cubicBezTo>
                  <a:pt x="1956197" y="60341"/>
                  <a:pt x="1956197" y="60341"/>
                  <a:pt x="1956197" y="36205"/>
                </a:cubicBezTo>
                <a:cubicBezTo>
                  <a:pt x="1956197" y="16091"/>
                  <a:pt x="1972601" y="0"/>
                  <a:pt x="1989005" y="0"/>
                </a:cubicBezTo>
                <a:cubicBezTo>
                  <a:pt x="1989005" y="0"/>
                  <a:pt x="1989005" y="0"/>
                  <a:pt x="2259673" y="0"/>
                </a:cubicBezTo>
                <a:cubicBezTo>
                  <a:pt x="2395008" y="0"/>
                  <a:pt x="2509837" y="112636"/>
                  <a:pt x="2509837" y="249408"/>
                </a:cubicBezTo>
                <a:cubicBezTo>
                  <a:pt x="2509837" y="249408"/>
                  <a:pt x="2509837" y="249408"/>
                  <a:pt x="2509837" y="5080677"/>
                </a:cubicBezTo>
                <a:cubicBezTo>
                  <a:pt x="2509837" y="5217449"/>
                  <a:pt x="2395008" y="5326062"/>
                  <a:pt x="2259673" y="5326062"/>
                </a:cubicBezTo>
                <a:cubicBezTo>
                  <a:pt x="2259673" y="5326062"/>
                  <a:pt x="2259673" y="5326062"/>
                  <a:pt x="250164" y="5326062"/>
                </a:cubicBezTo>
                <a:cubicBezTo>
                  <a:pt x="114829" y="5326062"/>
                  <a:pt x="0" y="5217449"/>
                  <a:pt x="0" y="5080677"/>
                </a:cubicBezTo>
                <a:cubicBezTo>
                  <a:pt x="0" y="5080677"/>
                  <a:pt x="0" y="5080677"/>
                  <a:pt x="0" y="249408"/>
                </a:cubicBezTo>
                <a:cubicBezTo>
                  <a:pt x="0" y="112636"/>
                  <a:pt x="114829" y="0"/>
                  <a:pt x="250164" y="0"/>
                </a:cubicBezTo>
                <a:close/>
              </a:path>
            </a:pathLst>
          </a:custGeom>
          <a:blipFill>
            <a:blip r:embed="rId2">
              <a:alphaModFix amt="0"/>
            </a:blip>
            <a:stretch>
              <a:fillRect/>
            </a:stretch>
          </a:blipFill>
          <a:ln>
            <a:noFill/>
          </a:ln>
        </p:spPr>
        <p:txBody>
          <a:bodyPr wrap="square" lIns="91332" tIns="575244" rIns="91332" bIns="45718" anchor="ctr">
            <a:noAutofit/>
          </a:bodyPr>
          <a:lstStyle>
            <a:lvl1pPr marL="0" indent="0" algn="ctr">
              <a:buNone/>
              <a:defRPr sz="800">
                <a:solidFill>
                  <a:schemeClr val="bg1"/>
                </a:solidFill>
              </a:defRPr>
            </a:lvl1pPr>
          </a:lstStyle>
          <a:p>
            <a:r>
              <a:rPr lang="en-US" dirty="0" err="1"/>
              <a:t>点击添加图片</a:t>
            </a:r>
            <a:endParaRPr lang="en-US" dirty="0"/>
          </a:p>
        </p:txBody>
      </p:sp>
      <p:sp>
        <p:nvSpPr>
          <p:cNvPr id="18"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9"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20"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2" name="文本框 1"/>
          <p:cNvSpPr txBox="1"/>
          <p:nvPr userDrawn="1"/>
        </p:nvSpPr>
        <p:spPr>
          <a:xfrm>
            <a:off x="5937883" y="2407606"/>
            <a:ext cx="184727" cy="384719"/>
          </a:xfrm>
          <a:prstGeom prst="rect">
            <a:avLst/>
          </a:prstGeom>
          <a:noFill/>
        </p:spPr>
        <p:txBody>
          <a:bodyPr wrap="none" lIns="91332" tIns="45718" rIns="91332" bIns="45718" rtlCol="0">
            <a:spAutoFit/>
          </a:bodyPr>
          <a:lstStyle/>
          <a:p>
            <a:endParaRPr kumimoji="1" lang="zh-CN" altLang="en-US" dirty="0">
              <a:solidFill>
                <a:srgbClr val="000000"/>
              </a:solidFill>
            </a:endParaRPr>
          </a:p>
        </p:txBody>
      </p:sp>
      <p:sp>
        <p:nvSpPr>
          <p:cNvPr id="13" name="文本占位符 10"/>
          <p:cNvSpPr>
            <a:spLocks noGrp="1"/>
          </p:cNvSpPr>
          <p:nvPr>
            <p:ph type="body" sz="quarter" idx="18" hasCustomPrompt="1"/>
          </p:nvPr>
        </p:nvSpPr>
        <p:spPr>
          <a:xfrm>
            <a:off x="416871" y="1785452"/>
            <a:ext cx="2521977" cy="434975"/>
          </a:xfrm>
          <a:prstGeom prst="rect">
            <a:avLst/>
          </a:prstGeom>
        </p:spPr>
        <p:txBody>
          <a:bodyPr lIns="91332" tIns="45718" rIns="91332" bIns="45718"/>
          <a:lstStyle>
            <a:lvl1pPr marL="0" indent="0">
              <a:buNone/>
              <a:defRPr sz="2400" b="0" i="0">
                <a:solidFill>
                  <a:srgbClr val="2A70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14" name="文本占位符 3"/>
          <p:cNvSpPr>
            <a:spLocks noGrp="1"/>
          </p:cNvSpPr>
          <p:nvPr>
            <p:ph type="body" sz="quarter" idx="24" hasCustomPrompt="1"/>
          </p:nvPr>
        </p:nvSpPr>
        <p:spPr>
          <a:xfrm>
            <a:off x="416856" y="2323985"/>
            <a:ext cx="3348621" cy="552823"/>
          </a:xfrm>
          <a:prstGeom prst="rect">
            <a:avLst/>
          </a:prstGeom>
        </p:spPr>
        <p:txBody>
          <a:bodyPr lIns="91332" tIns="45718" rIns="91332" bIns="45718" anchor="t"/>
          <a:lstStyle>
            <a:lvl1pPr marL="0" marR="0" indent="0" algn="ctr"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lumMod val="85000"/>
                    <a:lumOff val="15000"/>
                  </a:schemeClr>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61997390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标题 2"/>
          <p:cNvSpPr txBox="1"/>
          <p:nvPr userDrawn="1"/>
        </p:nvSpPr>
        <p:spPr>
          <a:xfrm>
            <a:off x="504102" y="223909"/>
            <a:ext cx="11196639" cy="700087"/>
          </a:xfrm>
          <a:prstGeom prst="rect">
            <a:avLst/>
          </a:prstGeom>
        </p:spPr>
        <p:txBody>
          <a:bodyPr vert="horz" lIns="91332" tIns="45718" rIns="91332" bIns="4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700" b="1" dirty="0">
                <a:solidFill>
                  <a:srgbClr val="FFC000"/>
                </a:solidFill>
                <a:latin typeface="微软雅黑" panose="020B0503020204020204" pitchFamily="34" charset="-122"/>
                <a:ea typeface="微软雅黑" panose="020B0503020204020204" pitchFamily="34" charset="-122"/>
              </a:rPr>
              <a:t>特别声明 </a:t>
            </a:r>
            <a:r>
              <a:rPr lang="en-US" altLang="zh-CN" sz="2700" b="1" dirty="0">
                <a:solidFill>
                  <a:srgbClr val="FFC000"/>
                </a:solidFill>
                <a:latin typeface="微软雅黑" panose="020B0503020204020204" pitchFamily="34" charset="-122"/>
                <a:ea typeface="微软雅黑" panose="020B0503020204020204" pitchFamily="34" charset="-122"/>
              </a:rPr>
              <a:t>Claim</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of</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Confidential</a:t>
            </a:r>
            <a:endParaRPr kumimoji="1" lang="zh-CN" altLang="en-US" sz="2700" b="1" dirty="0">
              <a:solidFill>
                <a:srgbClr val="000000"/>
              </a:solidFill>
              <a:latin typeface="微软雅黑" panose="020B0503020204020204" pitchFamily="34" charset="-122"/>
              <a:ea typeface="微软雅黑" panose="020B0503020204020204" pitchFamily="34" charset="-122"/>
            </a:endParaRPr>
          </a:p>
        </p:txBody>
      </p:sp>
      <p:sp>
        <p:nvSpPr>
          <p:cNvPr id="8" name="内容占位符 1"/>
          <p:cNvSpPr txBox="1"/>
          <p:nvPr userDrawn="1"/>
        </p:nvSpPr>
        <p:spPr>
          <a:xfrm>
            <a:off x="492919" y="923928"/>
            <a:ext cx="9038708" cy="1690847"/>
          </a:xfrm>
          <a:prstGeom prst="rect">
            <a:avLst/>
          </a:prstGeom>
        </p:spPr>
        <p:txBody>
          <a:bodyPr vert="horz" lIns="91332" tIns="45718" rIns="91332" bIns="45718"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390" indent="-285390">
              <a:lnSpc>
                <a:spcPct val="120000"/>
              </a:lnSpc>
              <a:buFont typeface="Wingdings" panose="05000000000000000000" pitchFamily="2" charset="2"/>
              <a:buChar char="ü"/>
            </a:pPr>
            <a:r>
              <a:rPr lang="zh-CN" altLang="en-US" sz="1900" dirty="0">
                <a:solidFill>
                  <a:srgbClr val="FFFFFF"/>
                </a:solidFill>
                <a:latin typeface="微软雅黑" panose="020B0503020204020204" pitchFamily="34" charset="-122"/>
                <a:ea typeface="微软雅黑" panose="020B0503020204020204" pitchFamily="34" charset="-122"/>
              </a:rPr>
              <a:t>本文件内容为 </a:t>
            </a:r>
            <a:r>
              <a:rPr lang="zh-CN" altLang="zh-CN" sz="1900" b="1" dirty="0">
                <a:solidFill>
                  <a:srgbClr val="FFC000"/>
                </a:solidFill>
                <a:latin typeface="微软雅黑" panose="020B0503020204020204" pitchFamily="34" charset="-122"/>
                <a:ea typeface="微软雅黑" panose="020B0503020204020204" pitchFamily="34" charset="-122"/>
              </a:rPr>
              <a:t>①</a:t>
            </a:r>
            <a:r>
              <a:rPr lang="zh-CN" altLang="en-US" sz="1900" b="1" dirty="0">
                <a:solidFill>
                  <a:srgbClr val="FFC000"/>
                </a:solidFill>
                <a:latin typeface="微软雅黑" panose="020B0503020204020204" pitchFamily="34" charset="-122"/>
                <a:ea typeface="微软雅黑" panose="020B0503020204020204" pitchFamily="34" charset="-122"/>
              </a:rPr>
              <a:t> </a:t>
            </a:r>
            <a:r>
              <a:rPr lang="zh-CN" altLang="zh-CN" sz="1900" b="1" dirty="0">
                <a:solidFill>
                  <a:srgbClr val="FFC000"/>
                </a:solidFill>
                <a:latin typeface="微软雅黑" panose="020B0503020204020204" pitchFamily="34" charset="-122"/>
                <a:ea typeface="微软雅黑" panose="020B0503020204020204" pitchFamily="34" charset="-122"/>
              </a:rPr>
              <a:t>绝密信息 严禁泄露</a:t>
            </a:r>
            <a:r>
              <a:rPr lang="zh-CN" altLang="en-US" sz="1900" b="1" dirty="0">
                <a:solidFill>
                  <a:srgbClr val="FFC000"/>
                </a:solidFill>
                <a:latin typeface="微软雅黑" panose="020B0503020204020204" pitchFamily="34" charset="-122"/>
                <a:ea typeface="微软雅黑" panose="020B0503020204020204" pitchFamily="34" charset="-122"/>
              </a:rPr>
              <a:t> </a:t>
            </a:r>
            <a:r>
              <a:rPr lang="zh-CN" altLang="en-US" sz="1900" dirty="0">
                <a:solidFill>
                  <a:srgbClr val="FFFFFF"/>
                </a:solidFill>
                <a:latin typeface="微软雅黑" panose="020B0503020204020204" pitchFamily="34" charset="-122"/>
                <a:ea typeface="微软雅黑" panose="020B0503020204020204" pitchFamily="34" charset="-122"/>
              </a:rPr>
              <a:t>：禁止未授权的内部、第三方人员使用与访问</a:t>
            </a:r>
            <a:endParaRPr lang="en-US" altLang="zh-CN" sz="1900" dirty="0">
              <a:solidFill>
                <a:srgbClr val="FFFFFF"/>
              </a:solidFill>
              <a:latin typeface="微软雅黑" panose="020B0503020204020204" pitchFamily="34" charset="-122"/>
              <a:ea typeface="微软雅黑" panose="020B0503020204020204" pitchFamily="34" charset="-122"/>
            </a:endParaRPr>
          </a:p>
          <a:p>
            <a:pPr marL="285390" indent="-285390">
              <a:lnSpc>
                <a:spcPct val="120000"/>
              </a:lnSpc>
              <a:buFont typeface="Wingdings" panose="05000000000000000000" pitchFamily="2" charset="2"/>
              <a:buChar char="ü"/>
            </a:pPr>
            <a:r>
              <a:rPr lang="zh-CN" altLang="en-US" sz="1900" dirty="0">
                <a:solidFill>
                  <a:srgbClr val="FFFFFF"/>
                </a:solidFill>
                <a:latin typeface="微软雅黑" panose="020B0503020204020204" pitchFamily="34" charset="-122"/>
                <a:ea typeface="微软雅黑" panose="020B0503020204020204" pitchFamily="34" charset="-122"/>
              </a:rPr>
              <a:t>非专项必要的业务与项目负责人，收到此内容请立即删除</a:t>
            </a:r>
            <a:endParaRPr lang="en-US" altLang="zh-CN" sz="1900" dirty="0">
              <a:solidFill>
                <a:srgbClr val="FFFFFF"/>
              </a:solidFill>
              <a:latin typeface="微软雅黑" panose="020B0503020204020204" pitchFamily="34" charset="-122"/>
              <a:ea typeface="微软雅黑" panose="020B0503020204020204" pitchFamily="34" charset="-122"/>
            </a:endParaRPr>
          </a:p>
          <a:p>
            <a:pPr marL="285390" indent="-285390">
              <a:lnSpc>
                <a:spcPct val="120000"/>
              </a:lnSpc>
              <a:buFont typeface="Wingdings" panose="05000000000000000000" pitchFamily="2" charset="2"/>
              <a:buChar char="ü"/>
            </a:pPr>
            <a:r>
              <a:rPr lang="zh-CN" altLang="en-US" sz="1900" dirty="0">
                <a:solidFill>
                  <a:srgbClr val="FFFFFF"/>
                </a:solidFill>
                <a:latin typeface="微软雅黑" panose="020B0503020204020204" pitchFamily="34" charset="-122"/>
                <a:ea typeface="微软雅黑" panose="020B0503020204020204" pitchFamily="34" charset="-122"/>
              </a:rPr>
              <a:t>严禁在未经过主管领导审批，发送给无关业务团队与人员</a:t>
            </a:r>
            <a:endParaRPr lang="en-US" altLang="zh-CN" sz="1900" dirty="0">
              <a:solidFill>
                <a:srgbClr val="FFFFFF"/>
              </a:solidFill>
              <a:latin typeface="微软雅黑" panose="020B0503020204020204" pitchFamily="34" charset="-122"/>
              <a:ea typeface="微软雅黑" panose="020B0503020204020204" pitchFamily="34" charset="-122"/>
            </a:endParaRPr>
          </a:p>
        </p:txBody>
      </p:sp>
      <p:sp>
        <p:nvSpPr>
          <p:cNvPr id="9" name="标题 2"/>
          <p:cNvSpPr txBox="1"/>
          <p:nvPr userDrawn="1"/>
        </p:nvSpPr>
        <p:spPr>
          <a:xfrm>
            <a:off x="504102" y="223909"/>
            <a:ext cx="11196639" cy="700087"/>
          </a:xfrm>
          <a:prstGeom prst="rect">
            <a:avLst/>
          </a:prstGeom>
        </p:spPr>
        <p:txBody>
          <a:bodyPr vert="horz" lIns="91332" tIns="45718" rIns="91332" bIns="4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dirty="0">
                <a:solidFill>
                  <a:srgbClr val="FFC000"/>
                </a:solidFill>
                <a:latin typeface="微软雅黑" panose="020B0503020204020204" pitchFamily="34" charset="-122"/>
                <a:ea typeface="微软雅黑" panose="020B0503020204020204" pitchFamily="34" charset="-122"/>
              </a:rPr>
              <a:t>特别声明 </a:t>
            </a:r>
            <a:r>
              <a:rPr lang="en-US" altLang="zh-CN" sz="2700" b="1" dirty="0">
                <a:solidFill>
                  <a:srgbClr val="FFC000"/>
                </a:solidFill>
                <a:latin typeface="微软雅黑" panose="020B0503020204020204" pitchFamily="34" charset="-122"/>
                <a:ea typeface="微软雅黑" panose="020B0503020204020204" pitchFamily="34" charset="-122"/>
              </a:rPr>
              <a:t>Claim</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of</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Confidential</a:t>
            </a:r>
            <a:endParaRPr kumimoji="1" lang="zh-CN" altLang="en-US" sz="2700" dirty="0">
              <a:solidFill>
                <a:srgbClr val="000000"/>
              </a:solidFill>
              <a:latin typeface="微软雅黑" panose="020B0503020204020204" pitchFamily="34" charset="-122"/>
              <a:ea typeface="微软雅黑" panose="020B0503020204020204" pitchFamily="34" charset="-122"/>
            </a:endParaRPr>
          </a:p>
        </p:txBody>
      </p:sp>
      <p:sp>
        <p:nvSpPr>
          <p:cNvPr id="10" name="内容占位符 1"/>
          <p:cNvSpPr txBox="1"/>
          <p:nvPr userDrawn="1"/>
        </p:nvSpPr>
        <p:spPr>
          <a:xfrm>
            <a:off x="590621" y="3332089"/>
            <a:ext cx="11006655" cy="3432199"/>
          </a:xfrm>
          <a:prstGeom prst="rect">
            <a:avLst/>
          </a:prstGeom>
          <a:noFill/>
        </p:spPr>
        <p:txBody>
          <a:bodyPr vert="horz" lIns="91332" tIns="45718" rIns="91332" bIns="45718"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版权所有</a:t>
            </a:r>
            <a:r>
              <a:rPr lang="en-US" altLang="zh-CN" sz="1500" dirty="0">
                <a:solidFill>
                  <a:srgbClr val="FFFFFF">
                    <a:alpha val="50000"/>
                  </a:srgbClr>
                </a:solidFill>
                <a:latin typeface="微软雅黑" panose="020B0503020204020204" pitchFamily="34" charset="-122"/>
                <a:ea typeface="微软雅黑" panose="020B0503020204020204" pitchFamily="34" charset="-122"/>
              </a:rPr>
              <a:t>©1993-2022 </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金蝶国际软件集团有限公司。保留一切权利。</a:t>
            </a:r>
          </a:p>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未经金蝶国际软件集团有限公司的书面许可，任何单位或个人不得以任何形式或为任何目的复制或传播本文档的任何内容。本文档中包含的信息如有更改，恕不另行通知。</a:t>
            </a:r>
            <a:r>
              <a:rPr lang="en-US" altLang="zh-CN" sz="1500" dirty="0">
                <a:solidFill>
                  <a:srgbClr val="FFFFFF">
                    <a:alpha val="50000"/>
                  </a:srgbClr>
                </a:solidFill>
                <a:latin typeface="微软雅黑" panose="020B0503020204020204" pitchFamily="34" charset="-122"/>
                <a:ea typeface="微软雅黑" panose="020B0503020204020204" pitchFamily="34" charset="-122"/>
              </a:rPr>
              <a:t> </a:t>
            </a:r>
            <a:endParaRPr lang="zh-CN"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本文档提到的金蝶</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a:t>
            </a:r>
            <a:r>
              <a:rPr lang="en-US" altLang="zh-CN" sz="1500" dirty="0">
                <a:solidFill>
                  <a:srgbClr val="FFFFFF">
                    <a:alpha val="50000"/>
                  </a:srgbClr>
                </a:solidFill>
                <a:latin typeface="微软雅黑" panose="020B0503020204020204" pitchFamily="34" charset="-122"/>
                <a:ea typeface="微软雅黑" panose="020B0503020204020204" pitchFamily="34" charset="-122"/>
              </a:rPr>
              <a:t>EBC®</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、金蝶云苍穹</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、金蝶云星瀚</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、金蝶云星空</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、金蝶云星辰</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a:t>
            </a:r>
            <a:r>
              <a:rPr lang="en-US" altLang="zh-CN" sz="1500" dirty="0">
                <a:solidFill>
                  <a:srgbClr val="FFFFFF">
                    <a:alpha val="50000"/>
                  </a:srgbClr>
                </a:solidFill>
                <a:latin typeface="微软雅黑" panose="020B0503020204020204" pitchFamily="34" charset="-122"/>
                <a:ea typeface="微软雅黑" panose="020B0503020204020204" pitchFamily="34" charset="-122"/>
              </a:rPr>
              <a:t>KIS®</a:t>
            </a:r>
            <a:r>
              <a:rPr lang="zh-CN" altLang="zh-CN" sz="1500" dirty="0">
                <a:solidFill>
                  <a:srgbClr val="FFFFFF">
                    <a:alpha val="50000"/>
                  </a:srgbClr>
                </a:solidFill>
                <a:latin typeface="微软雅黑" panose="020B0503020204020204" pitchFamily="34" charset="-122"/>
                <a:ea typeface="微软雅黑" panose="020B0503020204020204" pitchFamily="34" charset="-122"/>
              </a:rPr>
              <a:t>、</a:t>
            </a:r>
            <a:r>
              <a:rPr lang="en-US" altLang="zh-CN" sz="1500" dirty="0">
                <a:solidFill>
                  <a:srgbClr val="FFFFFF">
                    <a:alpha val="50000"/>
                  </a:srgbClr>
                </a:solidFill>
                <a:latin typeface="微软雅黑" panose="020B0503020204020204" pitchFamily="34" charset="-122"/>
                <a:ea typeface="微软雅黑" panose="020B0503020204020204" pitchFamily="34" charset="-122"/>
              </a:rPr>
              <a:t>K/3®</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a:t>
            </a:r>
            <a:r>
              <a:rPr lang="en-US" altLang="zh-CN" sz="1500" dirty="0">
                <a:solidFill>
                  <a:srgbClr val="FFFFFF">
                    <a:alpha val="50000"/>
                  </a:srgbClr>
                </a:solidFill>
                <a:latin typeface="微软雅黑" panose="020B0503020204020204" pitchFamily="34" charset="-122"/>
                <a:ea typeface="微软雅黑" panose="020B0503020204020204" pitchFamily="34" charset="-122"/>
              </a:rPr>
              <a:t>EAS®</a:t>
            </a:r>
            <a:r>
              <a:rPr lang="zh-CN" altLang="zh-CN" sz="1500" dirty="0">
                <a:solidFill>
                  <a:srgbClr val="FFFFFF">
                    <a:alpha val="50000"/>
                  </a:srgbClr>
                </a:solidFill>
                <a:latin typeface="微软雅黑" panose="020B0503020204020204" pitchFamily="34" charset="-122"/>
                <a:ea typeface="微软雅黑" panose="020B0503020204020204" pitchFamily="34" charset="-122"/>
              </a:rPr>
              <a:t>、友商网</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a:t>
            </a:r>
            <a:r>
              <a:rPr lang="en-US" altLang="zh-CN" sz="1500" dirty="0" err="1">
                <a:solidFill>
                  <a:srgbClr val="FFFFFF">
                    <a:alpha val="50000"/>
                  </a:srgbClr>
                </a:solidFill>
                <a:latin typeface="微软雅黑" panose="020B0503020204020204" pitchFamily="34" charset="-122"/>
                <a:ea typeface="微软雅黑" panose="020B0503020204020204" pitchFamily="34" charset="-122"/>
              </a:rPr>
              <a:t>Apusic</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500" dirty="0">
                <a:solidFill>
                  <a:srgbClr val="FFFFFF">
                    <a:alpha val="50000"/>
                  </a:srgbClr>
                </a:solidFill>
                <a:latin typeface="微软雅黑" panose="020B0503020204020204" pitchFamily="34" charset="-122"/>
                <a:ea typeface="微软雅黑" panose="020B0503020204020204" pitchFamily="34" charset="-122"/>
              </a:rPr>
              <a:t> </a:t>
            </a:r>
            <a:endParaRPr lang="zh-CN"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本文档所用数据均为虚构的模拟数据，不代表任何一家企业的真实情况，如有权利人认为文档中的任何内容存在侵权情况，请反馈给金蝶官方邮箱（</a:t>
            </a:r>
            <a:r>
              <a:rPr lang="en-US" altLang="zh-CN" sz="1500" dirty="0" err="1">
                <a:solidFill>
                  <a:srgbClr val="FFFFFF">
                    <a:alpha val="50000"/>
                  </a:srgbClr>
                </a:solidFill>
                <a:latin typeface="微软雅黑" panose="020B0503020204020204" pitchFamily="34" charset="-122"/>
                <a:ea typeface="微软雅黑" panose="020B0503020204020204" pitchFamily="34" charset="-122"/>
              </a:rPr>
              <a:t>DataSubjectRequest@kingdee.com</a:t>
            </a:r>
            <a:r>
              <a:rPr lang="zh-CN" altLang="zh-CN" sz="1500" dirty="0">
                <a:solidFill>
                  <a:srgbClr val="FFFFFF">
                    <a:alpha val="50000"/>
                  </a:srgbClr>
                </a:solidFill>
                <a:latin typeface="微软雅黑" panose="020B0503020204020204" pitchFamily="34" charset="-122"/>
                <a:ea typeface="微软雅黑" panose="020B0503020204020204" pitchFamily="34" charset="-122"/>
              </a:rPr>
              <a:t>），我们将在</a:t>
            </a:r>
            <a:r>
              <a:rPr lang="en-US" altLang="zh-CN" sz="1500" dirty="0">
                <a:solidFill>
                  <a:srgbClr val="FFFFFF">
                    <a:alpha val="50000"/>
                  </a:srgbClr>
                </a:solidFill>
                <a:latin typeface="微软雅黑" panose="020B0503020204020204" pitchFamily="34" charset="-122"/>
                <a:ea typeface="微软雅黑" panose="020B0503020204020204" pitchFamily="34" charset="-122"/>
              </a:rPr>
              <a:t>15</a:t>
            </a:r>
            <a:r>
              <a:rPr lang="zh-CN" altLang="zh-CN" sz="1500" dirty="0">
                <a:solidFill>
                  <a:srgbClr val="FFFFFF">
                    <a:alpha val="50000"/>
                  </a:srgbClr>
                </a:solidFill>
                <a:latin typeface="微软雅黑" panose="020B0503020204020204" pitchFamily="34" charset="-122"/>
                <a:ea typeface="微软雅黑" panose="020B0503020204020204" pitchFamily="34" charset="-122"/>
              </a:rPr>
              <a:t>个工作日内处理。</a:t>
            </a:r>
            <a:endParaRPr lang="en-US"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defRPr/>
            </a:pPr>
            <a:r>
              <a:rPr lang="zh-CN" altLang="en-US" sz="1500" dirty="0">
                <a:solidFill>
                  <a:srgbClr val="FFFFFF">
                    <a:alpha val="50000"/>
                  </a:srgbClr>
                </a:solidFill>
                <a:latin typeface="微软雅黑" panose="020B0503020204020204" pitchFamily="34" charset="-122"/>
                <a:ea typeface="微软雅黑" panose="020B0503020204020204" pitchFamily="34" charset="-122"/>
              </a:rPr>
              <a:t>注：</a:t>
            </a:r>
            <a:r>
              <a:rPr lang="zh-CN" altLang="zh-CN" sz="1500" dirty="0">
                <a:solidFill>
                  <a:srgbClr val="FFFFFF">
                    <a:alpha val="50000"/>
                  </a:srgbClr>
                </a:solidFill>
                <a:latin typeface="微软雅黑" panose="020B0503020204020204" pitchFamily="34" charset="-122"/>
                <a:ea typeface="微软雅黑" panose="020B0503020204020204" pitchFamily="34" charset="-122"/>
              </a:rPr>
              <a:t>①绝密信息 严禁泄露②机密信息 严禁泄露</a:t>
            </a:r>
            <a:r>
              <a:rPr lang="zh-CN" altLang="en-US" sz="1500" dirty="0">
                <a:solidFill>
                  <a:srgbClr val="FFFFFF">
                    <a:alpha val="50000"/>
                  </a:srgbClr>
                </a:solidFill>
                <a:latin typeface="微软雅黑" panose="020B0503020204020204" pitchFamily="34" charset="-122"/>
                <a:ea typeface="微软雅黑" panose="020B0503020204020204" pitchFamily="34" charset="-122"/>
              </a:rPr>
              <a:t> </a:t>
            </a:r>
            <a:r>
              <a:rPr lang="zh-CN" altLang="zh-CN" sz="1500" dirty="0">
                <a:solidFill>
                  <a:srgbClr val="FFFFFF">
                    <a:alpha val="50000"/>
                  </a:srgbClr>
                </a:solidFill>
                <a:latin typeface="微软雅黑" panose="020B0503020204020204" pitchFamily="34" charset="-122"/>
                <a:ea typeface="微软雅黑" panose="020B0503020204020204" pitchFamily="34" charset="-122"/>
              </a:rPr>
              <a:t>③秘密信息 严禁泄露④内部公开 请勿外传 </a:t>
            </a:r>
          </a:p>
          <a:p>
            <a:pPr algn="just">
              <a:lnSpc>
                <a:spcPct val="150000"/>
              </a:lnSpc>
              <a:spcBef>
                <a:spcPts val="0"/>
              </a:spcBef>
            </a:pPr>
            <a:endParaRPr lang="zh-CN"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pPr>
            <a:endParaRPr kumimoji="1" lang="zh-CN" altLang="en-US" sz="1500" dirty="0">
              <a:solidFill>
                <a:srgbClr val="FFFFFF">
                  <a:alpha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659326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2"/>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9" y="2021395"/>
            <a:ext cx="6012403" cy="3202537"/>
          </a:xfrm>
          <a:prstGeom prst="rect">
            <a:avLst/>
          </a:prstGeom>
        </p:spPr>
      </p:pic>
      <p:sp>
        <p:nvSpPr>
          <p:cNvPr id="4" name="Rectangle 37"/>
          <p:cNvSpPr/>
          <p:nvPr userDrawn="1"/>
        </p:nvSpPr>
        <p:spPr bwMode="auto">
          <a:xfrm>
            <a:off x="1001734" y="6364969"/>
            <a:ext cx="2711023" cy="171459"/>
          </a:xfrm>
          <a:prstGeom prst="rect">
            <a:avLst/>
          </a:prstGeom>
          <a:noFill/>
          <a:ln>
            <a:noFill/>
          </a:ln>
        </p:spPr>
        <p:txBody>
          <a:bodyPr lIns="0" tIns="0" rIns="0" bIns="0" anchor="ctr"/>
          <a:lstStyle/>
          <a:p>
            <a:pPr defTabSz="228312">
              <a:defRPr/>
            </a:pP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lang="en-US" altLang="zh-CN"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charset="0"/>
              </a:rPr>
              <a:t>©1993-2022</a:t>
            </a: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charset="0"/>
              </a:rPr>
              <a:t> </a:t>
            </a: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427"/>
            <a:ext cx="2319275" cy="1304423"/>
          </a:xfrm>
          <a:prstGeom prst="rect">
            <a:avLst/>
          </a:prstGeom>
        </p:spPr>
      </p:pic>
      <p:sp>
        <p:nvSpPr>
          <p:cNvPr id="6" name="Text Box 2"/>
          <p:cNvSpPr txBox="1"/>
          <p:nvPr userDrawn="1"/>
        </p:nvSpPr>
        <p:spPr>
          <a:xfrm>
            <a:off x="4786041" y="6281608"/>
            <a:ext cx="1252235" cy="188941"/>
          </a:xfrm>
          <a:prstGeom prst="rect">
            <a:avLst/>
          </a:prstGeom>
          <a:ln w="12700">
            <a:miter lim="400000"/>
          </a:ln>
        </p:spPr>
        <p:txBody>
          <a:bodyPr wrap="square" lIns="8890" tIns="8890" rIns="8890" bIns="8890" anchor="ctr">
            <a:spAutoFit/>
          </a:bodyPr>
          <a:lstStyle/>
          <a:p>
            <a:pPr algn="r">
              <a:lnSpc>
                <a:spcPts val="1335"/>
              </a:lnSpc>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90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6" y="6284840"/>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dirty="0">
                <a:solidFill>
                  <a:srgbClr val="FFFFFF">
                    <a:lumMod val="50000"/>
                  </a:srgbClr>
                </a:solidFill>
              </a:rPr>
              <a:t> </a:t>
            </a:r>
            <a:r>
              <a:rPr lang="zh-CN" altLang="en-US" sz="900" dirty="0">
                <a:solidFill>
                  <a:srgbClr val="FFFFFF">
                    <a:alpha val="50000"/>
                  </a:srgbClr>
                </a:solidFill>
              </a:rPr>
              <a:t>④ 内部公开 请勿外传</a:t>
            </a:r>
            <a:endParaRPr sz="900" dirty="0">
              <a:solidFill>
                <a:srgbClr val="FFFFFF">
                  <a:alpha val="50000"/>
                </a:srgbClr>
              </a:solidFill>
            </a:endParaRPr>
          </a:p>
        </p:txBody>
      </p:sp>
    </p:spTree>
    <p:extLst>
      <p:ext uri="{BB962C8B-B14F-4D97-AF65-F5344CB8AC3E}">
        <p14:creationId xmlns:p14="http://schemas.microsoft.com/office/powerpoint/2010/main" val="31810966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7_白色内页">
    <p:spTree>
      <p:nvGrpSpPr>
        <p:cNvPr id="1" name=""/>
        <p:cNvGrpSpPr/>
        <p:nvPr/>
      </p:nvGrpSpPr>
      <p:grpSpPr>
        <a:xfrm>
          <a:off x="0" y="0"/>
          <a:ext cx="0" cy="0"/>
          <a:chOff x="0" y="0"/>
          <a:chExt cx="0" cy="0"/>
        </a:xfrm>
      </p:grpSpPr>
      <p:sp>
        <p:nvSpPr>
          <p:cNvPr id="5" name="Text Box 2"/>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63"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63"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8" name="文本占位符 5"/>
          <p:cNvSpPr>
            <a:spLocks noGrp="1"/>
          </p:cNvSpPr>
          <p:nvPr>
            <p:ph type="body" sz="quarter" idx="28" hasCustomPrompt="1"/>
          </p:nvPr>
        </p:nvSpPr>
        <p:spPr>
          <a:xfrm>
            <a:off x="398095" y="682699"/>
            <a:ext cx="7793672" cy="285047"/>
          </a:xfrm>
          <a:prstGeom prst="rect">
            <a:avLst/>
          </a:prstGeom>
        </p:spPr>
        <p:txBody>
          <a:bodyPr lIns="121770" tIns="60885" rIns="121770" bIns="60885">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lIns="121770" tIns="60885" rIns="121770" bIns="60885">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8" y="267724"/>
            <a:ext cx="896585" cy="416027"/>
          </a:xfrm>
          <a:prstGeom prst="rect">
            <a:avLst/>
          </a:prstGeom>
        </p:spPr>
      </p:pic>
    </p:spTree>
    <p:extLst>
      <p:ext uri="{BB962C8B-B14F-4D97-AF65-F5344CB8AC3E}">
        <p14:creationId xmlns:p14="http://schemas.microsoft.com/office/powerpoint/2010/main" val="25279909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pPr defTabSz="308610" fontAlgn="base">
                <a:spcBef>
                  <a:spcPct val="50000"/>
                </a:spcBef>
                <a:spcAft>
                  <a:spcPct val="0"/>
                </a:spcAft>
                <a:defRPr/>
              </a:pPr>
              <a:t>‹#›</a:t>
            </a:fld>
            <a:endParaRPr kumimoji="0" lang="en-US" altLang="zh-CN" sz="100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 name="Text Box 2">
            <a:extLst>
              <a:ext uri="{FF2B5EF4-FFF2-40B4-BE49-F238E27FC236}">
                <a16:creationId xmlns:a16="http://schemas.microsoft.com/office/drawing/2014/main" id="{41F1576A-8F42-0DF0-8DEE-C5935F760989}"/>
              </a:ext>
            </a:extLst>
          </p:cNvPr>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Tree>
    <p:extLst>
      <p:ext uri="{BB962C8B-B14F-4D97-AF65-F5344CB8AC3E}">
        <p14:creationId xmlns:p14="http://schemas.microsoft.com/office/powerpoint/2010/main" val="29905030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grpSp>
        <p:nvGrpSpPr>
          <p:cNvPr id="11" name="Group 10"/>
          <p:cNvGrpSpPr/>
          <p:nvPr userDrawn="1"/>
        </p:nvGrpSpPr>
        <p:grpSpPr>
          <a:xfrm>
            <a:off x="-268113" y="278020"/>
            <a:ext cx="182439" cy="5851109"/>
            <a:chOff x="-279703" y="208515"/>
            <a:chExt cx="243417" cy="4388332"/>
          </a:xfrm>
        </p:grpSpPr>
        <p:cxnSp>
          <p:nvCxnSpPr>
            <p:cNvPr id="19" name="Straight Connector 18"/>
            <p:cNvCxnSpPr/>
            <p:nvPr userDrawn="1"/>
          </p:nvCxnSpPr>
          <p:spPr>
            <a:xfrm flipH="1">
              <a:off x="-279703" y="1414714"/>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userDrawn="1"/>
          </p:nvGrpSpPr>
          <p:grpSpPr>
            <a:xfrm>
              <a:off x="-279703" y="4254803"/>
              <a:ext cx="243417" cy="342044"/>
              <a:chOff x="-243418" y="1063625"/>
              <a:chExt cx="243417" cy="342044"/>
            </a:xfrm>
          </p:grpSpPr>
          <p:cxnSp>
            <p:nvCxnSpPr>
              <p:cNvPr id="17" name="Straight Connector 16"/>
              <p:cNvCxnSpPr/>
              <p:nvPr userDrawn="1"/>
            </p:nvCxnSpPr>
            <p:spPr>
              <a:xfrm flipH="1">
                <a:off x="-243418" y="1405669"/>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userDrawn="1"/>
          </p:nvGrpSpPr>
          <p:grpSpPr>
            <a:xfrm>
              <a:off x="-279703" y="208515"/>
              <a:ext cx="243417" cy="864155"/>
              <a:chOff x="-243418" y="1063625"/>
              <a:chExt cx="243417" cy="864155"/>
            </a:xfrm>
          </p:grpSpPr>
          <p:cxnSp>
            <p:nvCxnSpPr>
              <p:cNvPr id="15" name="Straight Connector 14"/>
              <p:cNvCxnSpPr/>
              <p:nvPr userDrawn="1"/>
            </p:nvCxnSpPr>
            <p:spPr>
              <a:xfrm flipH="1">
                <a:off x="-243418" y="1927780"/>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sp>
        <p:nvSpPr>
          <p:cNvPr id="24" name="Content Placeholder 5"/>
          <p:cNvSpPr>
            <a:spLocks noGrp="1"/>
          </p:cNvSpPr>
          <p:nvPr>
            <p:ph sz="quarter" idx="12"/>
          </p:nvPr>
        </p:nvSpPr>
        <p:spPr>
          <a:xfrm>
            <a:off x="591825" y="1439342"/>
            <a:ext cx="11206475" cy="4890199"/>
          </a:xfrm>
          <a:prstGeom prst="rect">
            <a:avLst/>
          </a:prstGeom>
        </p:spPr>
        <p:txBody>
          <a:bodyPr/>
          <a:lstStyle>
            <a:lvl1pPr>
              <a:spcBef>
                <a:spcPts val="1333"/>
              </a:spcBef>
              <a:defRPr sz="1600" baseline="0">
                <a:solidFill>
                  <a:srgbClr val="646464"/>
                </a:solidFill>
                <a:latin typeface="Microsoft YaHei" charset="-122"/>
                <a:ea typeface="Microsoft YaHei" charset="-122"/>
                <a:cs typeface="Microsoft YaHei" charset="-122"/>
              </a:defRPr>
            </a:lvl1pPr>
            <a:lvl2pPr marL="230712" indent="-158747">
              <a:defRPr sz="1600">
                <a:solidFill>
                  <a:srgbClr val="646464"/>
                </a:solidFill>
                <a:latin typeface="Microsoft YaHei" charset="-122"/>
                <a:ea typeface="Microsoft YaHei" charset="-122"/>
                <a:cs typeface="Microsoft YaHei" charset="-122"/>
              </a:defRPr>
            </a:lvl2pPr>
            <a:lvl3pPr marL="491054" indent="-205312">
              <a:defRPr sz="1600">
                <a:solidFill>
                  <a:srgbClr val="646464"/>
                </a:solidFill>
                <a:latin typeface="Microsoft YaHei" charset="-122"/>
                <a:ea typeface="Microsoft YaHei" charset="-122"/>
                <a:cs typeface="Microsoft YaHei" charset="-122"/>
              </a:defRPr>
            </a:lvl3pPr>
            <a:lvl4pPr marL="711182" indent="-165096">
              <a:tabLst/>
              <a:defRPr sz="1600">
                <a:solidFill>
                  <a:srgbClr val="646464"/>
                </a:solidFill>
                <a:latin typeface="Microsoft YaHei" charset="-122"/>
                <a:ea typeface="Microsoft YaHei" charset="-122"/>
                <a:cs typeface="Microsoft YaHei" charset="-122"/>
              </a:defRPr>
            </a:lvl4pPr>
            <a:lvl5pPr marL="973642" indent="-213779">
              <a:defRPr sz="1600">
                <a:solidFill>
                  <a:srgbClr val="646464"/>
                </a:solidFill>
                <a:latin typeface="Microsoft YaHei" charset="-122"/>
                <a:ea typeface="Microsoft YaHei" charset="-122"/>
                <a:cs typeface="Microsoft YaHei"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20" name="Title 1"/>
          <p:cNvSpPr>
            <a:spLocks noGrp="1"/>
          </p:cNvSpPr>
          <p:nvPr>
            <p:ph type="title"/>
          </p:nvPr>
        </p:nvSpPr>
        <p:spPr>
          <a:xfrm>
            <a:off x="591826" y="296787"/>
            <a:ext cx="11204359" cy="700704"/>
          </a:xfrm>
          <a:prstGeom prst="rect">
            <a:avLst/>
          </a:prstGeom>
        </p:spPr>
        <p:txBody>
          <a:bodyPr/>
          <a:lstStyle>
            <a:lvl1pPr>
              <a:defRPr baseline="0">
                <a:solidFill>
                  <a:srgbClr val="1771EA"/>
                </a:solidFill>
                <a:latin typeface="Microsoft YaHei" charset="-122"/>
                <a:ea typeface="Microsoft YaHei" charset="-122"/>
                <a:cs typeface="Microsoft YaHei" charset="-122"/>
              </a:defRPr>
            </a:lvl1pPr>
          </a:lstStyle>
          <a:p>
            <a:r>
              <a:rPr lang="zh-CN" altLang="en-US"/>
              <a:t>单击此处编辑母版标题样式</a:t>
            </a:r>
            <a:endParaRPr lang="en-US" dirty="0"/>
          </a:p>
        </p:txBody>
      </p:sp>
      <p:pic>
        <p:nvPicPr>
          <p:cNvPr id="21"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r="38287"/>
          <a:stretch/>
        </p:blipFill>
        <p:spPr>
          <a:xfrm>
            <a:off x="10415182" y="257035"/>
            <a:ext cx="1381001" cy="465455"/>
          </a:xfrm>
          <a:prstGeom prst="rect">
            <a:avLst/>
          </a:prstGeom>
        </p:spPr>
      </p:pic>
    </p:spTree>
    <p:extLst>
      <p:ext uri="{BB962C8B-B14F-4D97-AF65-F5344CB8AC3E}">
        <p14:creationId xmlns:p14="http://schemas.microsoft.com/office/powerpoint/2010/main" val="26248842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4" y="267724"/>
            <a:ext cx="896585" cy="416027"/>
          </a:xfrm>
          <a:prstGeom prst="rect">
            <a:avLst/>
          </a:prstGeom>
        </p:spPr>
      </p:pic>
      <p:sp>
        <p:nvSpPr>
          <p:cNvPr id="6" name="Text Box 5"/>
          <p:cNvSpPr txBox="1">
            <a:spLocks noChangeArrowheads="1"/>
          </p:cNvSpPr>
          <p:nvPr userDrawn="1"/>
        </p:nvSpPr>
        <p:spPr bwMode="auto">
          <a:xfrm>
            <a:off x="11585877" y="6442349"/>
            <a:ext cx="209883"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03" fontAlgn="base">
              <a:spcBef>
                <a:spcPct val="50000"/>
              </a:spcBef>
              <a:spcAft>
                <a:spcPct val="0"/>
              </a:spcAft>
              <a:defRPr/>
            </a:pPr>
            <a:fld id="{046AD7C7-DE3F-5E43-A3A8-CA80750AE375}" type="slidenum">
              <a:rPr kumimoji="0" lang="en-US" altLang="zh-CN" sz="100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pPr defTabSz="308603" fontAlgn="base">
                <a:spcBef>
                  <a:spcPct val="50000"/>
                </a:spcBef>
                <a:spcAft>
                  <a:spcPct val="0"/>
                </a:spcAft>
                <a:defRPr/>
              </a:pPr>
              <a:t>‹#›</a:t>
            </a:fld>
            <a:endParaRPr kumimoji="0" lang="en-US" altLang="zh-CN" sz="100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2"/>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34" indent="-159381">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42" indent="-20573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182" indent="-165096">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30" indent="-213989">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5" y="682626"/>
            <a:ext cx="7793672" cy="285047"/>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5"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 name="Text Box 2">
            <a:extLst>
              <a:ext uri="{FF2B5EF4-FFF2-40B4-BE49-F238E27FC236}">
                <a16:creationId xmlns:a16="http://schemas.microsoft.com/office/drawing/2014/main" id="{E8F50496-467E-4728-25C8-180552FCF8E2}"/>
              </a:ext>
            </a:extLst>
          </p:cNvPr>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Tree>
    <p:extLst>
      <p:ext uri="{BB962C8B-B14F-4D97-AF65-F5344CB8AC3E}">
        <p14:creationId xmlns:p14="http://schemas.microsoft.com/office/powerpoint/2010/main" val="29645430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7_Comparison">
    <p:bg>
      <p:bgPr>
        <a:solidFill>
          <a:srgbClr val="1771EA"/>
        </a:solidFill>
        <a:effectLst/>
      </p:bgPr>
    </p:bg>
    <p:spTree>
      <p:nvGrpSpPr>
        <p:cNvPr id="1" name=""/>
        <p:cNvGrpSpPr/>
        <p:nvPr/>
      </p:nvGrpSpPr>
      <p:grpSpPr>
        <a:xfrm>
          <a:off x="0" y="0"/>
          <a:ext cx="0" cy="0"/>
          <a:chOff x="0" y="0"/>
          <a:chExt cx="0" cy="0"/>
        </a:xfrm>
      </p:grpSpPr>
      <p:grpSp>
        <p:nvGrpSpPr>
          <p:cNvPr id="531" name="Group 41"/>
          <p:cNvGrpSpPr/>
          <p:nvPr userDrawn="1"/>
        </p:nvGrpSpPr>
        <p:grpSpPr>
          <a:xfrm>
            <a:off x="-1441784" y="-70960"/>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R:36</a:t>
              </a:r>
            </a:p>
            <a:p>
              <a:pPr defTabSz="609585" hangingPunct="0">
                <a:defRPr sz="800">
                  <a:solidFill>
                    <a:srgbClr val="FFFFFF"/>
                  </a:solidFill>
                </a:defRPr>
              </a:pPr>
              <a:r>
                <a:rPr sz="1067" kern="0">
                  <a:solidFill>
                    <a:srgbClr val="FFFFFF"/>
                  </a:solidFill>
                  <a:sym typeface="Calibri" panose="020F0502020204030204"/>
                </a:rPr>
                <a:t>G:33</a:t>
              </a:r>
            </a:p>
            <a:p>
              <a:pPr defTabSz="609585" hangingPunct="0">
                <a:defRPr sz="800">
                  <a:solidFill>
                    <a:srgbClr val="FFFFFF"/>
                  </a:solidFill>
                </a:defRPr>
              </a:pPr>
              <a:r>
                <a:rPr sz="1067" kern="0">
                  <a:solidFill>
                    <a:srgbClr val="FFFFFF"/>
                  </a:solidFill>
                  <a:sym typeface="Calibri" panose="020F0502020204030204"/>
                </a:rPr>
                <a:t>B:95</a:t>
              </a:r>
            </a:p>
          </p:txBody>
        </p:sp>
      </p:grpSp>
      <p:grpSp>
        <p:nvGrpSpPr>
          <p:cNvPr id="534" name="Group 44"/>
          <p:cNvGrpSpPr/>
          <p:nvPr userDrawn="1"/>
        </p:nvGrpSpPr>
        <p:grpSpPr>
          <a:xfrm>
            <a:off x="-1441784" y="878956"/>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R:23</a:t>
              </a:r>
            </a:p>
            <a:p>
              <a:pPr defTabSz="609585" hangingPunct="0">
                <a:defRPr sz="800">
                  <a:solidFill>
                    <a:srgbClr val="FFFFFF"/>
                  </a:solidFill>
                </a:defRPr>
              </a:pPr>
              <a:r>
                <a:rPr sz="1067" kern="0">
                  <a:solidFill>
                    <a:srgbClr val="FFFFFF"/>
                  </a:solidFill>
                  <a:sym typeface="Calibri" panose="020F0502020204030204"/>
                </a:rPr>
                <a:t>G:136</a:t>
              </a:r>
            </a:p>
            <a:p>
              <a:pPr defTabSz="609585" hangingPunct="0">
                <a:defRPr sz="800">
                  <a:solidFill>
                    <a:srgbClr val="FFFFFF"/>
                  </a:solidFill>
                </a:defRPr>
              </a:pPr>
              <a:r>
                <a:rPr sz="1067" kern="0">
                  <a:solidFill>
                    <a:srgbClr val="FFFFFF"/>
                  </a:solidFill>
                  <a:sym typeface="Calibri" panose="020F0502020204030204"/>
                </a:rPr>
                <a:t>B:238</a:t>
              </a:r>
            </a:p>
          </p:txBody>
        </p:sp>
      </p:grpSp>
      <p:grpSp>
        <p:nvGrpSpPr>
          <p:cNvPr id="537" name="Group 47"/>
          <p:cNvGrpSpPr/>
          <p:nvPr userDrawn="1"/>
        </p:nvGrpSpPr>
        <p:grpSpPr>
          <a:xfrm>
            <a:off x="-1441784" y="1828873"/>
            <a:ext cx="861723" cy="861723"/>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6" name="TextBox 49"/>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pPr>
              <a:r>
                <a:rPr sz="1067" kern="0">
                  <a:solidFill>
                    <a:srgbClr val="000000"/>
                  </a:solidFill>
                  <a:sym typeface="Calibri" panose="020F0502020204030204"/>
                </a:rPr>
                <a:t>R:35</a:t>
              </a:r>
            </a:p>
            <a:p>
              <a:pPr defTabSz="609585" hangingPunct="0">
                <a:defRPr sz="800"/>
              </a:pPr>
              <a:r>
                <a:rPr sz="1067" kern="0">
                  <a:solidFill>
                    <a:srgbClr val="000000"/>
                  </a:solidFill>
                  <a:sym typeface="Calibri" panose="020F0502020204030204"/>
                </a:rPr>
                <a:t>G:204</a:t>
              </a:r>
            </a:p>
            <a:p>
              <a:pPr defTabSz="609585" hangingPunct="0">
                <a:defRPr sz="800"/>
              </a:pPr>
              <a:r>
                <a:rPr sz="1067" kern="0">
                  <a:solidFill>
                    <a:srgbClr val="000000"/>
                  </a:solidFill>
                  <a:sym typeface="Calibri" panose="020F0502020204030204"/>
                </a:rPr>
                <a:t>B:252</a:t>
              </a:r>
            </a:p>
          </p:txBody>
        </p:sp>
      </p:grpSp>
      <p:grpSp>
        <p:nvGrpSpPr>
          <p:cNvPr id="540" name="Group 50"/>
          <p:cNvGrpSpPr/>
          <p:nvPr userDrawn="1"/>
        </p:nvGrpSpPr>
        <p:grpSpPr>
          <a:xfrm>
            <a:off x="-1441784" y="2778789"/>
            <a:ext cx="861723" cy="861723"/>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9" name="TextBox 52"/>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R:33</a:t>
              </a:r>
            </a:p>
            <a:p>
              <a:pPr defTabSz="609585" hangingPunct="0">
                <a:defRPr sz="800">
                  <a:solidFill>
                    <a:srgbClr val="FFFFFF"/>
                  </a:solidFill>
                </a:defRPr>
              </a:pPr>
              <a:r>
                <a:rPr sz="1067" kern="0">
                  <a:solidFill>
                    <a:srgbClr val="FFFFFF"/>
                  </a:solidFill>
                  <a:sym typeface="Calibri" panose="020F0502020204030204"/>
                </a:rPr>
                <a:t>G:200</a:t>
              </a:r>
            </a:p>
            <a:p>
              <a:pPr defTabSz="609585" hangingPunct="0">
                <a:defRPr sz="800">
                  <a:solidFill>
                    <a:srgbClr val="FFFFFF"/>
                  </a:solidFill>
                </a:defRPr>
              </a:pPr>
              <a:r>
                <a:rPr sz="1067" kern="0">
                  <a:solidFill>
                    <a:srgbClr val="FFFFFF"/>
                  </a:solidFill>
                  <a:sym typeface="Calibri" panose="020F0502020204030204"/>
                </a:rPr>
                <a:t>B:200</a:t>
              </a:r>
            </a:p>
          </p:txBody>
        </p:sp>
      </p:grpSp>
      <p:sp>
        <p:nvSpPr>
          <p:cNvPr id="541" name="TextBox 58"/>
          <p:cNvSpPr txBox="1"/>
          <p:nvPr userDrawn="1"/>
        </p:nvSpPr>
        <p:spPr>
          <a:xfrm>
            <a:off x="-1460596" y="4946796"/>
            <a:ext cx="861719" cy="553996"/>
          </a:xfrm>
          <a:prstGeom prst="rect">
            <a:avLst/>
          </a:prstGeom>
          <a:ln w="12700">
            <a:miter lim="400000"/>
          </a:ln>
        </p:spPr>
        <p:txBody>
          <a:bodyPr lIns="60957" tIns="60959" rIns="60957" bIns="60959">
            <a:spAutoFit/>
          </a:bodyPr>
          <a:lstStyle/>
          <a:p>
            <a:pPr defTabSz="609585" hangingPunct="0">
              <a:defRPr sz="700">
                <a:solidFill>
                  <a:srgbClr val="FFFFFF"/>
                </a:solidFill>
              </a:defRPr>
            </a:pPr>
            <a:r>
              <a:rPr sz="933" kern="0">
                <a:solidFill>
                  <a:srgbClr val="FFFFFF"/>
                </a:solidFill>
                <a:sym typeface="Calibri" panose="020F0502020204030204"/>
              </a:rPr>
              <a:t>中文字体：</a:t>
            </a:r>
            <a:endParaRPr sz="933" kern="0">
              <a:solidFill>
                <a:srgbClr val="1EA19F"/>
              </a:solidFill>
              <a:sym typeface="Calibri" panose="020F0502020204030204"/>
            </a:endParaRPr>
          </a:p>
          <a:p>
            <a:pPr defTabSz="609585" hangingPunct="0">
              <a:defRPr sz="1400">
                <a:solidFill>
                  <a:srgbClr val="FFFFFF"/>
                </a:solidFill>
                <a:latin typeface="Heiti SC Medium"/>
                <a:ea typeface="Heiti SC Medium"/>
                <a:cs typeface="Heiti SC Medium"/>
                <a:sym typeface="Heiti SC Medium"/>
              </a:defRPr>
            </a:pPr>
            <a:r>
              <a:rPr sz="1867" kern="0">
                <a:solidFill>
                  <a:srgbClr val="FFFFFF"/>
                </a:solidFill>
                <a:latin typeface="Heiti SC Medium"/>
                <a:ea typeface="Heiti SC Medium"/>
                <a:cs typeface="Heiti SC Medium"/>
                <a:sym typeface="Heiti SC Medium"/>
              </a:rPr>
              <a:t>黑体</a:t>
            </a:r>
          </a:p>
        </p:txBody>
      </p:sp>
      <p:grpSp>
        <p:nvGrpSpPr>
          <p:cNvPr id="544" name="Group 59"/>
          <p:cNvGrpSpPr/>
          <p:nvPr userDrawn="1"/>
        </p:nvGrpSpPr>
        <p:grpSpPr>
          <a:xfrm>
            <a:off x="-1441784" y="3728700"/>
            <a:ext cx="861723" cy="861723"/>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43" name="TextBox 61"/>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R:176</a:t>
              </a:r>
            </a:p>
            <a:p>
              <a:pPr defTabSz="609585" hangingPunct="0">
                <a:defRPr sz="800">
                  <a:solidFill>
                    <a:srgbClr val="FFFFFF"/>
                  </a:solidFill>
                </a:defRPr>
              </a:pPr>
              <a:r>
                <a:rPr sz="1067" kern="0">
                  <a:solidFill>
                    <a:srgbClr val="FFFFFF"/>
                  </a:solidFill>
                  <a:sym typeface="Calibri" panose="020F0502020204030204"/>
                </a:rPr>
                <a:t>G:115</a:t>
              </a:r>
            </a:p>
            <a:p>
              <a:pPr defTabSz="609585" hangingPunct="0">
                <a:defRPr sz="800">
                  <a:solidFill>
                    <a:srgbClr val="FFFFFF"/>
                  </a:solidFill>
                </a:defRPr>
              </a:pPr>
              <a:r>
                <a:rPr sz="1067" kern="0">
                  <a:solidFill>
                    <a:srgbClr val="FFFFFF"/>
                  </a:solidFill>
                  <a:sym typeface="Calibri" panose="020F0502020204030204"/>
                </a:rPr>
                <a:t>B:252</a:t>
              </a:r>
            </a:p>
          </p:txBody>
        </p:sp>
      </p:grpSp>
      <p:sp>
        <p:nvSpPr>
          <p:cNvPr id="545" name="Rectangle 62"/>
          <p:cNvSpPr txBox="1"/>
          <p:nvPr userDrawn="1"/>
        </p:nvSpPr>
        <p:spPr>
          <a:xfrm>
            <a:off x="-1460598" y="5545256"/>
            <a:ext cx="1027859" cy="594904"/>
          </a:xfrm>
          <a:prstGeom prst="rect">
            <a:avLst/>
          </a:prstGeom>
          <a:ln w="12700">
            <a:miter lim="400000"/>
          </a:ln>
        </p:spPr>
        <p:txBody>
          <a:bodyPr lIns="60957" tIns="60959" rIns="60957" bIns="60959">
            <a:spAutoFit/>
          </a:bodyPr>
          <a:lstStyle/>
          <a:p>
            <a:pPr defTabSz="609585" hangingPunct="0">
              <a:defRPr sz="700">
                <a:solidFill>
                  <a:srgbClr val="FFFFFF"/>
                </a:solidFill>
              </a:defRPr>
            </a:pPr>
            <a:r>
              <a:rPr sz="933" kern="0">
                <a:solidFill>
                  <a:srgbClr val="FFFFFF"/>
                </a:solidFill>
                <a:sym typeface="Calibri" panose="020F0502020204030204"/>
              </a:rPr>
              <a:t>英文字体：</a:t>
            </a:r>
            <a:endParaRPr sz="933" b="1" kern="0">
              <a:solidFill>
                <a:srgbClr val="FFFFFF"/>
              </a:solidFill>
              <a:latin typeface="Arial" panose="020B0604020202020204"/>
              <a:ea typeface="Arial" panose="020B0604020202020204"/>
              <a:cs typeface="Arial" panose="020B0604020202020204"/>
              <a:sym typeface="Arial" panose="020B0604020202020204"/>
            </a:endParaRPr>
          </a:p>
          <a:p>
            <a:pPr defTabSz="609585" hangingPunct="0">
              <a:defRPr sz="1600" b="1">
                <a:solidFill>
                  <a:srgbClr val="FFFFFF"/>
                </a:solidFill>
                <a:latin typeface="Arial" panose="020B0604020202020204"/>
                <a:ea typeface="Arial" panose="020B0604020202020204"/>
                <a:cs typeface="Arial" panose="020B0604020202020204"/>
                <a:sym typeface="Arial" panose="020B0604020202020204"/>
              </a:defRPr>
            </a:pPr>
            <a:r>
              <a:rPr sz="2133" b="1" kern="0">
                <a:solidFill>
                  <a:srgbClr val="FFFFFF"/>
                </a:solidFill>
                <a:latin typeface="Arial" panose="020B0604020202020204"/>
                <a:ea typeface="Arial" panose="020B0604020202020204"/>
                <a:cs typeface="Arial" panose="020B0604020202020204"/>
                <a:sym typeface="Arial" panose="020B0604020202020204"/>
              </a:rPr>
              <a:t>Arial</a:t>
            </a:r>
          </a:p>
        </p:txBody>
      </p:sp>
      <p:pic>
        <p:nvPicPr>
          <p:cNvPr id="5" name="图片 4"/>
          <p:cNvPicPr>
            <a:picLocks noChangeAspect="1"/>
          </p:cNvPicPr>
          <p:nvPr userDrawn="1"/>
        </p:nvPicPr>
        <p:blipFill rotWithShape="1">
          <a:blip r:embed="rId2" cstate="print">
            <a:extLst>
              <a:ext uri="{28A0092B-C50C-407E-A947-70E740481C1C}">
                <a14:useLocalDpi xmlns:a14="http://schemas.microsoft.com/office/drawing/2010/main" val="0"/>
              </a:ext>
            </a:extLst>
          </a:blip>
          <a:srcRect t="-12439" r="37297" b="-1"/>
          <a:stretch>
            <a:fillRect/>
          </a:stretch>
        </p:blipFill>
        <p:spPr>
          <a:xfrm>
            <a:off x="10435787" y="352779"/>
            <a:ext cx="1360404" cy="507405"/>
          </a:xfrm>
          <a:prstGeom prst="rect">
            <a:avLst/>
          </a:prstGeom>
        </p:spPr>
      </p:pic>
    </p:spTree>
    <p:extLst>
      <p:ext uri="{BB962C8B-B14F-4D97-AF65-F5344CB8AC3E}">
        <p14:creationId xmlns:p14="http://schemas.microsoft.com/office/powerpoint/2010/main" val="170435945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Comparison">
    <p:bg>
      <p:bgPr>
        <a:solidFill>
          <a:srgbClr val="1771EA"/>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91825" y="383823"/>
            <a:ext cx="11222915" cy="5955595"/>
          </a:xfrm>
        </p:spPr>
        <p:txBody>
          <a:bodyPr/>
          <a:lstStyle>
            <a:lvl1pPr>
              <a:defRPr sz="6533" baseline="0">
                <a:solidFill>
                  <a:schemeClr val="bg1"/>
                </a:solidFill>
                <a:latin typeface="Microsoft YaHei" charset="-122"/>
                <a:ea typeface="Microsoft YaHei" charset="-122"/>
                <a:cs typeface="Microsoft YaHei" charset="-122"/>
              </a:defRPr>
            </a:lvl1pPr>
          </a:lstStyle>
          <a:p>
            <a:r>
              <a:rPr lang="zh-CN" altLang="en-US" dirty="0"/>
              <a:t>单击此处</a:t>
            </a:r>
            <a:br>
              <a:rPr lang="en-US" altLang="zh-CN" dirty="0"/>
            </a:br>
            <a:r>
              <a:rPr lang="zh-CN" altLang="en-US" dirty="0"/>
              <a:t>可更改模板标题</a:t>
            </a:r>
            <a:br>
              <a:rPr lang="en-US" altLang="zh-CN" dirty="0"/>
            </a:br>
            <a:r>
              <a:rPr lang="zh-CN" altLang="en-US" dirty="0"/>
              <a:t>中的文字</a:t>
            </a:r>
            <a:endParaRPr lang="en-US" dirty="0"/>
          </a:p>
        </p:txBody>
      </p:sp>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2439" r="37297" b="-1"/>
          <a:stretch/>
        </p:blipFill>
        <p:spPr>
          <a:xfrm>
            <a:off x="10435781" y="191912"/>
            <a:ext cx="1360404" cy="507405"/>
          </a:xfrm>
          <a:prstGeom prst="rect">
            <a:avLst/>
          </a:prstGeom>
        </p:spPr>
      </p:pic>
      <p:sp>
        <p:nvSpPr>
          <p:cNvPr id="5" name="Text Box 5">
            <a:extLst>
              <a:ext uri="{FF2B5EF4-FFF2-40B4-BE49-F238E27FC236}">
                <a16:creationId xmlns:a16="http://schemas.microsoft.com/office/drawing/2014/main" id="{66B87493-C003-6B48-80CC-99817ED7BD76}"/>
              </a:ext>
            </a:extLst>
          </p:cNvPr>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411426" fontAlgn="base">
              <a:spcBef>
                <a:spcPct val="50000"/>
              </a:spcBef>
              <a:spcAft>
                <a:spcPct val="0"/>
              </a:spcAft>
              <a:defRPr/>
            </a:pPr>
            <a:fld id="{046AD7C7-DE3F-5E43-A3A8-CA80750AE375}" type="slidenum">
              <a:rPr kumimoji="0" lang="en-US" altLang="zh-CN" sz="1100" b="0" kern="0" smtClean="0">
                <a:solidFill>
                  <a:schemeClr val="bg1"/>
                </a:solidFill>
                <a:latin typeface="Arial" panose="020B0604020202020204"/>
                <a:cs typeface="Arial" panose="020B0604020202020204"/>
                <a:sym typeface="Helvetica Neue"/>
              </a:rPr>
              <a:pPr defTabSz="411426" fontAlgn="base">
                <a:spcBef>
                  <a:spcPct val="50000"/>
                </a:spcBef>
                <a:spcAft>
                  <a:spcPct val="0"/>
                </a:spcAft>
                <a:defRPr/>
              </a:pPr>
              <a:t>‹#›</a:t>
            </a:fld>
            <a:endParaRPr kumimoji="0" lang="en-US" altLang="zh-CN" sz="1100" b="0" kern="0" dirty="0">
              <a:solidFill>
                <a:schemeClr val="bg1"/>
              </a:solidFill>
              <a:latin typeface="Arial" panose="020B0604020202020204"/>
              <a:cs typeface="Arial" panose="020B0604020202020204"/>
              <a:sym typeface="Helvetica Neue"/>
            </a:endParaRPr>
          </a:p>
        </p:txBody>
      </p:sp>
    </p:spTree>
    <p:extLst>
      <p:ext uri="{BB962C8B-B14F-4D97-AF65-F5344CB8AC3E}">
        <p14:creationId xmlns:p14="http://schemas.microsoft.com/office/powerpoint/2010/main" val="178336086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26C7729-0EB9-64FA-899B-03816ECC912E}"/>
              </a:ext>
            </a:extLst>
          </p:cNvPr>
          <p:cNvGraphicFramePr>
            <a:graphicFrameLocks noChangeAspect="1"/>
          </p:cNvGraphicFramePr>
          <p:nvPr userDrawn="1">
            <p:custDataLst>
              <p:tags r:id="rId33"/>
            </p:custDataLst>
            <p:extLst>
              <p:ext uri="{D42A27DB-BD31-4B8C-83A1-F6EECF244321}">
                <p14:modId xmlns:p14="http://schemas.microsoft.com/office/powerpoint/2010/main" val="28605097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4" imgW="463" imgH="464" progId="TCLayout.ActiveDocument.1">
                  <p:embed/>
                </p:oleObj>
              </mc:Choice>
              <mc:Fallback>
                <p:oleObj name="think-cell 幻灯片" r:id="rId34" imgW="463" imgH="464" progId="TCLayout.ActiveDocument.1">
                  <p:embed/>
                  <p:pic>
                    <p:nvPicPr>
                      <p:cNvPr id="2" name="think-cell data - do not delete" hidden="1">
                        <a:extLst>
                          <a:ext uri="{FF2B5EF4-FFF2-40B4-BE49-F238E27FC236}">
                            <a16:creationId xmlns:a16="http://schemas.microsoft.com/office/drawing/2014/main" id="{026C7729-0EB9-64FA-899B-03816ECC912E}"/>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4" name="日期占位符 3"/>
          <p:cNvSpPr>
            <a:spLocks noGrp="1"/>
          </p:cNvSpPr>
          <p:nvPr>
            <p:ph type="dt" sz="half" idx="2"/>
          </p:nvPr>
        </p:nvSpPr>
        <p:spPr>
          <a:xfrm>
            <a:off x="838200" y="6356352"/>
            <a:ext cx="2743200" cy="365125"/>
          </a:xfrm>
          <a:prstGeom prst="rect">
            <a:avLst/>
          </a:prstGeom>
        </p:spPr>
        <p:txBody>
          <a:bodyPr vert="horz" lIns="91332" tIns="45718" rIns="91332" bIns="45718"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dirty="0">
              <a:solidFill>
                <a:srgbClr val="000000">
                  <a:tint val="75000"/>
                </a:srgbClr>
              </a:solidFill>
            </a:endParaRPr>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332" tIns="45718" rIns="91332" bIns="45718"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r>
              <a:rPr kumimoji="1" lang="en-US" altLang="zh-CN" dirty="0">
                <a:solidFill>
                  <a:srgbClr val="000000">
                    <a:tint val="75000"/>
                  </a:srgbClr>
                </a:solidFill>
              </a:rPr>
              <a:t>1</a:t>
            </a:r>
            <a:endParaRPr kumimoji="1" lang="zh-CN" altLang="en-US" dirty="0">
              <a:solidFill>
                <a:srgbClr val="000000">
                  <a:tint val="75000"/>
                </a:srgbClr>
              </a:solidFill>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2386EE"/>
              </a:solidFill>
              <a:latin typeface="微软雅黑" panose="020B0503020204020204" pitchFamily="34" charset="-122"/>
              <a:ea typeface="微软雅黑" panose="020B0503020204020204" pitchFamily="34" charset="-122"/>
              <a:cs typeface="Helvetica Light"/>
              <a:sym typeface="Helvetica Light"/>
            </a:endParaRPr>
          </a:p>
        </p:txBody>
      </p:sp>
      <p:sp>
        <p:nvSpPr>
          <p:cNvPr id="7" name="圆形"/>
          <p:cNvSpPr/>
          <p:nvPr userDrawn="1"/>
        </p:nvSpPr>
        <p:spPr>
          <a:xfrm>
            <a:off x="-804769" y="4806477"/>
            <a:ext cx="412721" cy="412720"/>
          </a:xfrm>
          <a:prstGeom prst="ellipse">
            <a:avLst/>
          </a:prstGeom>
          <a:solidFill>
            <a:srgbClr val="00CCFE"/>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5C8C8"/>
              </a:solidFill>
              <a:latin typeface="微软雅黑" panose="020B0503020204020204" pitchFamily="34" charset="-122"/>
              <a:ea typeface="微软雅黑" panose="020B0503020204020204" pitchFamily="34" charset="-122"/>
              <a:cs typeface="Helvetica Light"/>
              <a:sym typeface="Helvetica Light"/>
            </a:endParaRPr>
          </a:p>
        </p:txBody>
      </p:sp>
      <p:sp>
        <p:nvSpPr>
          <p:cNvPr id="8" name="圆形"/>
          <p:cNvSpPr/>
          <p:nvPr userDrawn="1"/>
        </p:nvSpPr>
        <p:spPr>
          <a:xfrm>
            <a:off x="-1348381" y="4790261"/>
            <a:ext cx="412721" cy="412720"/>
          </a:xfrm>
          <a:prstGeom prst="ellipse">
            <a:avLst/>
          </a:prstGeom>
          <a:solidFill>
            <a:schemeClr val="bg2">
              <a:lumMod val="25000"/>
            </a:schemeClr>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00000">
                  <a:lumMod val="75000"/>
                  <a:lumOff val="25000"/>
                </a:srgbClr>
              </a:solidFill>
              <a:latin typeface="微软雅黑" panose="020B0503020204020204" pitchFamily="34" charset="-122"/>
              <a:ea typeface="微软雅黑" panose="020B0503020204020204" pitchFamily="34" charset="-122"/>
              <a:cs typeface="Helvetica Light"/>
              <a:sym typeface="Helvetica Light"/>
            </a:endParaRPr>
          </a:p>
        </p:txBody>
      </p:sp>
      <p:sp>
        <p:nvSpPr>
          <p:cNvPr id="9" name="圆形"/>
          <p:cNvSpPr/>
          <p:nvPr userDrawn="1"/>
        </p:nvSpPr>
        <p:spPr>
          <a:xfrm>
            <a:off x="-1348381" y="5304965"/>
            <a:ext cx="412721" cy="412720"/>
          </a:xfrm>
          <a:prstGeom prst="ellipse">
            <a:avLst/>
          </a:prstGeom>
          <a:solidFill>
            <a:schemeClr val="bg1">
              <a:lumMod val="75000"/>
            </a:schemeClr>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FFFFFF"/>
              </a:solidFill>
              <a:latin typeface="微软雅黑" panose="020B0503020204020204" pitchFamily="34" charset="-122"/>
              <a:ea typeface="微软雅黑" panose="020B0503020204020204" pitchFamily="34" charset="-122"/>
              <a:cs typeface="Helvetica Light"/>
              <a:sym typeface="Helvetica Light"/>
            </a:endParaRPr>
          </a:p>
        </p:txBody>
      </p:sp>
      <p:sp>
        <p:nvSpPr>
          <p:cNvPr id="10" name="圆形"/>
          <p:cNvSpPr/>
          <p:nvPr userDrawn="1"/>
        </p:nvSpPr>
        <p:spPr>
          <a:xfrm>
            <a:off x="-804769" y="5872245"/>
            <a:ext cx="412721" cy="412720"/>
          </a:xfrm>
          <a:prstGeom prst="ellipse">
            <a:avLst/>
          </a:prstGeom>
          <a:solidFill>
            <a:srgbClr val="A06EFF"/>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A06EFF"/>
              </a:solidFill>
              <a:latin typeface="微软雅黑" panose="020B0503020204020204" pitchFamily="34" charset="-122"/>
              <a:ea typeface="微软雅黑" panose="020B0503020204020204" pitchFamily="34" charset="-122"/>
              <a:cs typeface="Helvetica Light"/>
              <a:sym typeface="Helvetica Light"/>
            </a:endParaRPr>
          </a:p>
        </p:txBody>
      </p:sp>
      <p:sp>
        <p:nvSpPr>
          <p:cNvPr id="11" name="圆形"/>
          <p:cNvSpPr/>
          <p:nvPr userDrawn="1"/>
        </p:nvSpPr>
        <p:spPr>
          <a:xfrm>
            <a:off x="-804769" y="5345152"/>
            <a:ext cx="412721" cy="412720"/>
          </a:xfrm>
          <a:prstGeom prst="ellipse">
            <a:avLst/>
          </a:prstGeom>
          <a:solidFill>
            <a:srgbClr val="05C8C8"/>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5C8C8"/>
              </a:solidFill>
              <a:latin typeface="微软雅黑" panose="020B0503020204020204" pitchFamily="34" charset="-122"/>
              <a:ea typeface="微软雅黑" panose="020B0503020204020204" pitchFamily="34" charset="-122"/>
              <a:cs typeface="Helvetica Light"/>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2386EE"/>
              </a:solidFill>
              <a:latin typeface="微软雅黑" panose="020B0503020204020204" pitchFamily="34" charset="-122"/>
              <a:ea typeface="微软雅黑" panose="020B0503020204020204" pitchFamily="34" charset="-122"/>
              <a:cs typeface="Helvetica Light"/>
              <a:sym typeface="Helvetica Light"/>
            </a:endParaRPr>
          </a:p>
        </p:txBody>
      </p:sp>
      <p:sp>
        <p:nvSpPr>
          <p:cNvPr id="13" name="圆形"/>
          <p:cNvSpPr/>
          <p:nvPr userDrawn="1"/>
        </p:nvSpPr>
        <p:spPr>
          <a:xfrm>
            <a:off x="-813913" y="6408704"/>
            <a:ext cx="412721" cy="412720"/>
          </a:xfrm>
          <a:prstGeom prst="ellipse">
            <a:avLst/>
          </a:prstGeom>
          <a:solidFill>
            <a:srgbClr val="FFB61A"/>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FFFFFF"/>
              </a:solidFill>
              <a:latin typeface="微软雅黑" panose="020B0503020204020204" pitchFamily="34" charset="-122"/>
              <a:ea typeface="微软雅黑" panose="020B0503020204020204" pitchFamily="34" charset="-122"/>
              <a:cs typeface="Helvetica Light"/>
              <a:sym typeface="Helvetica Light"/>
            </a:endParaRPr>
          </a:p>
        </p:txBody>
      </p:sp>
      <p:sp>
        <p:nvSpPr>
          <p:cNvPr id="14" name="圆形"/>
          <p:cNvSpPr/>
          <p:nvPr userDrawn="1"/>
        </p:nvSpPr>
        <p:spPr>
          <a:xfrm>
            <a:off x="-1348381" y="5806412"/>
            <a:ext cx="412721" cy="412720"/>
          </a:xfrm>
          <a:prstGeom prst="ellipse">
            <a:avLst/>
          </a:prstGeom>
          <a:solidFill>
            <a:srgbClr val="E7F1FF"/>
          </a:solidFill>
          <a:ln w="3175">
            <a:solidFill>
              <a:schemeClr val="bg1">
                <a:lumMod val="85000"/>
              </a:schemeClr>
            </a:solidFill>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FFFFFF"/>
              </a:solidFill>
              <a:latin typeface="微软雅黑" panose="020B0503020204020204" pitchFamily="34" charset="-122"/>
              <a:ea typeface="微软雅黑" panose="020B0503020204020204" pitchFamily="34" charset="-122"/>
              <a:cs typeface="Helvetica Light"/>
              <a:sym typeface="Helvetica Light"/>
            </a:endParaRPr>
          </a:p>
        </p:txBody>
      </p:sp>
      <p:sp>
        <p:nvSpPr>
          <p:cNvPr id="15" name="圆形"/>
          <p:cNvSpPr/>
          <p:nvPr userDrawn="1"/>
        </p:nvSpPr>
        <p:spPr>
          <a:xfrm>
            <a:off x="-804769" y="4251104"/>
            <a:ext cx="412721" cy="412720"/>
          </a:xfrm>
          <a:prstGeom prst="ellipse">
            <a:avLst/>
          </a:prstGeom>
          <a:solidFill>
            <a:srgbClr val="22AAFE"/>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2386EE"/>
              </a:solidFill>
              <a:latin typeface="微软雅黑" panose="020B0503020204020204" pitchFamily="34" charset="-122"/>
              <a:ea typeface="微软雅黑" panose="020B0503020204020204" pitchFamily="34" charset="-122"/>
              <a:cs typeface="Helvetica Light"/>
              <a:sym typeface="Helvetica Light"/>
            </a:endParaRPr>
          </a:p>
        </p:txBody>
      </p:sp>
      <p:sp>
        <p:nvSpPr>
          <p:cNvPr id="16" name="圆形"/>
          <p:cNvSpPr/>
          <p:nvPr userDrawn="1"/>
        </p:nvSpPr>
        <p:spPr>
          <a:xfrm>
            <a:off x="-1348381" y="4279867"/>
            <a:ext cx="412721" cy="412720"/>
          </a:xfrm>
          <a:prstGeom prst="ellipse">
            <a:avLst/>
          </a:prstGeom>
          <a:solidFill>
            <a:srgbClr val="28235F"/>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00000">
                  <a:lumMod val="75000"/>
                  <a:lumOff val="25000"/>
                </a:srgbClr>
              </a:solidFill>
              <a:latin typeface="微软雅黑" panose="020B0503020204020204" pitchFamily="34" charset="-122"/>
              <a:ea typeface="微软雅黑" panose="020B0503020204020204" pitchFamily="34" charset="-122"/>
              <a:cs typeface="Helvetica Light"/>
              <a:sym typeface="Helvetica Light"/>
            </a:endParaRPr>
          </a:p>
        </p:txBody>
      </p:sp>
      <p:sp>
        <p:nvSpPr>
          <p:cNvPr id="17" name="文本框 16"/>
          <p:cNvSpPr txBox="1"/>
          <p:nvPr userDrawn="1"/>
        </p:nvSpPr>
        <p:spPr>
          <a:xfrm>
            <a:off x="-1395167" y="2953415"/>
            <a:ext cx="744717" cy="276999"/>
          </a:xfrm>
          <a:prstGeom prst="rect">
            <a:avLst/>
          </a:prstGeom>
          <a:noFill/>
        </p:spPr>
        <p:txBody>
          <a:bodyPr wrap="square" lIns="91332" tIns="45718" rIns="91332" bIns="45718" rtlCol="0">
            <a:spAutoFit/>
          </a:bodyPr>
          <a:lstStyle/>
          <a:p>
            <a:r>
              <a:rPr kumimoji="1" lang="zh-CN" altLang="en-US" sz="1200" dirty="0">
                <a:solidFill>
                  <a:srgbClr val="000000"/>
                </a:solidFill>
                <a:latin typeface="Microsoft YaHei Light" panose="020B0503020204020204" pitchFamily="34" charset="-122"/>
                <a:ea typeface="Microsoft YaHei Light" panose="020B0503020204020204" pitchFamily="34" charset="-122"/>
              </a:rPr>
              <a:t>主色</a:t>
            </a:r>
          </a:p>
        </p:txBody>
      </p:sp>
      <p:sp>
        <p:nvSpPr>
          <p:cNvPr id="18" name="文本框 17"/>
          <p:cNvSpPr txBox="1"/>
          <p:nvPr userDrawn="1"/>
        </p:nvSpPr>
        <p:spPr>
          <a:xfrm>
            <a:off x="-1395161" y="3959280"/>
            <a:ext cx="650449" cy="276999"/>
          </a:xfrm>
          <a:prstGeom prst="rect">
            <a:avLst/>
          </a:prstGeom>
          <a:noFill/>
        </p:spPr>
        <p:txBody>
          <a:bodyPr wrap="square" lIns="91332" tIns="45718" rIns="91332" bIns="45718" rtlCol="0">
            <a:spAutoFit/>
          </a:bodyPr>
          <a:lstStyle/>
          <a:p>
            <a:r>
              <a:rPr kumimoji="1" lang="zh-CN" altLang="en-US" sz="1200" dirty="0">
                <a:solidFill>
                  <a:srgbClr val="000000"/>
                </a:solidFill>
                <a:latin typeface="Microsoft YaHei Light" panose="020B0503020204020204" pitchFamily="34" charset="-122"/>
                <a:ea typeface="Microsoft YaHei Light" panose="020B0503020204020204" pitchFamily="34" charset="-122"/>
              </a:rPr>
              <a:t>辅助色</a:t>
            </a:r>
          </a:p>
        </p:txBody>
      </p:sp>
      <p:sp>
        <p:nvSpPr>
          <p:cNvPr id="19" name="文本框 18"/>
          <p:cNvSpPr txBox="1"/>
          <p:nvPr userDrawn="1"/>
        </p:nvSpPr>
        <p:spPr>
          <a:xfrm>
            <a:off x="-1395167" y="2125274"/>
            <a:ext cx="744717" cy="276999"/>
          </a:xfrm>
          <a:prstGeom prst="rect">
            <a:avLst/>
          </a:prstGeom>
          <a:noFill/>
        </p:spPr>
        <p:txBody>
          <a:bodyPr wrap="square" lIns="91332" tIns="45718" rIns="91332" bIns="45718" rtlCol="0">
            <a:spAutoFit/>
          </a:bodyPr>
          <a:lstStyle/>
          <a:p>
            <a:r>
              <a:rPr kumimoji="1" lang="zh-CN" altLang="en-US" sz="1200" dirty="0">
                <a:solidFill>
                  <a:srgbClr val="000000"/>
                </a:solidFill>
                <a:latin typeface="Microsoft YaHei Light" panose="020B0503020204020204" pitchFamily="34" charset="-122"/>
                <a:ea typeface="Microsoft YaHei Light" panose="020B0503020204020204" pitchFamily="34" charset="-122"/>
              </a:rPr>
              <a:t>字体</a:t>
            </a:r>
          </a:p>
        </p:txBody>
      </p:sp>
      <p:sp>
        <p:nvSpPr>
          <p:cNvPr id="20" name="文本框 19"/>
          <p:cNvSpPr txBox="1"/>
          <p:nvPr userDrawn="1"/>
        </p:nvSpPr>
        <p:spPr>
          <a:xfrm>
            <a:off x="-1395168" y="2384601"/>
            <a:ext cx="1338607" cy="338555"/>
          </a:xfrm>
          <a:prstGeom prst="rect">
            <a:avLst/>
          </a:prstGeom>
          <a:noFill/>
        </p:spPr>
        <p:txBody>
          <a:bodyPr wrap="square" lIns="91332" tIns="45718" rIns="91332" bIns="45718" rtlCol="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微软雅黑</a:t>
            </a:r>
          </a:p>
        </p:txBody>
      </p:sp>
    </p:spTree>
    <p:extLst>
      <p:ext uri="{BB962C8B-B14F-4D97-AF65-F5344CB8AC3E}">
        <p14:creationId xmlns:p14="http://schemas.microsoft.com/office/powerpoint/2010/main" val="144712887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 id="2147483786" r:id="rId25"/>
    <p:sldLayoutId id="2147483787" r:id="rId26"/>
    <p:sldLayoutId id="2147483788" r:id="rId27"/>
    <p:sldLayoutId id="2147483789" r:id="rId28"/>
    <p:sldLayoutId id="2147483790" r:id="rId29"/>
    <p:sldLayoutId id="2147483792" r:id="rId30"/>
    <p:sldLayoutId id="2147483793" r:id="rId31"/>
  </p:sldLayoutIdLst>
  <p:hf hdr="0" ftr="0" dt="0"/>
  <p:txStyles>
    <p:titleStyle>
      <a:lvl1pPr algn="l" defTabSz="913176"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312" indent="-228312" algn="l" defTabSz="913176"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4934" indent="-228312" algn="l" defTabSz="913176"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1486" indent="-228312" algn="l" defTabSz="913176"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598040" indent="-228312" algn="l" defTabSz="913176" rtl="0" eaLnBrk="1" latinLnBrk="0" hangingPunct="1">
        <a:lnSpc>
          <a:spcPct val="90000"/>
        </a:lnSpc>
        <a:spcBef>
          <a:spcPts val="500"/>
        </a:spcBef>
        <a:buFont typeface="Arial" panose="020B0604020202020204" pitchFamily="34" charset="0"/>
        <a:buChar char="•"/>
        <a:defRPr sz="1900" b="0" i="0" kern="1200">
          <a:solidFill>
            <a:schemeClr val="tx1"/>
          </a:solidFill>
          <a:latin typeface="微软雅黑" panose="020B0503020204020204" pitchFamily="34" charset="-122"/>
          <a:ea typeface="微软雅黑" panose="020B0503020204020204" pitchFamily="34" charset="-122"/>
          <a:cs typeface="+mn-cs"/>
        </a:defRPr>
      </a:lvl4pPr>
      <a:lvl5pPr marL="2054595" indent="-228312" algn="l" defTabSz="913176" rtl="0" eaLnBrk="1" latinLnBrk="0" hangingPunct="1">
        <a:lnSpc>
          <a:spcPct val="90000"/>
        </a:lnSpc>
        <a:spcBef>
          <a:spcPts val="500"/>
        </a:spcBef>
        <a:buFont typeface="Arial" panose="020B0604020202020204" pitchFamily="34" charset="0"/>
        <a:buChar char="•"/>
        <a:defRPr sz="1900" b="0" i="0" kern="1200">
          <a:solidFill>
            <a:schemeClr val="tx1"/>
          </a:solidFill>
          <a:latin typeface="微软雅黑" panose="020B0503020204020204" pitchFamily="34" charset="-122"/>
          <a:ea typeface="微软雅黑" panose="020B0503020204020204" pitchFamily="34" charset="-122"/>
          <a:cs typeface="+mn-cs"/>
        </a:defRPr>
      </a:lvl5pPr>
      <a:lvl6pPr marL="2511216"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67804"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4392"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1014"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3176" rtl="0" eaLnBrk="1" latinLnBrk="0" hangingPunct="1">
        <a:defRPr sz="1900" kern="1200">
          <a:solidFill>
            <a:schemeClr val="tx1"/>
          </a:solidFill>
          <a:latin typeface="+mn-lt"/>
          <a:ea typeface="+mn-ea"/>
          <a:cs typeface="+mn-cs"/>
        </a:defRPr>
      </a:lvl1pPr>
      <a:lvl2pPr marL="456555" algn="l" defTabSz="913176" rtl="0" eaLnBrk="1" latinLnBrk="0" hangingPunct="1">
        <a:defRPr sz="1900" kern="1200">
          <a:solidFill>
            <a:schemeClr val="tx1"/>
          </a:solidFill>
          <a:latin typeface="+mn-lt"/>
          <a:ea typeface="+mn-ea"/>
          <a:cs typeface="+mn-cs"/>
        </a:defRPr>
      </a:lvl2pPr>
      <a:lvl3pPr marL="913176" algn="l" defTabSz="913176" rtl="0" eaLnBrk="1" latinLnBrk="0" hangingPunct="1">
        <a:defRPr sz="1900" kern="1200">
          <a:solidFill>
            <a:schemeClr val="tx1"/>
          </a:solidFill>
          <a:latin typeface="+mn-lt"/>
          <a:ea typeface="+mn-ea"/>
          <a:cs typeface="+mn-cs"/>
        </a:defRPr>
      </a:lvl3pPr>
      <a:lvl4pPr marL="1369764" algn="l" defTabSz="913176" rtl="0" eaLnBrk="1" latinLnBrk="0" hangingPunct="1">
        <a:defRPr sz="1900" kern="1200">
          <a:solidFill>
            <a:schemeClr val="tx1"/>
          </a:solidFill>
          <a:latin typeface="+mn-lt"/>
          <a:ea typeface="+mn-ea"/>
          <a:cs typeface="+mn-cs"/>
        </a:defRPr>
      </a:lvl4pPr>
      <a:lvl5pPr marL="1826352" algn="l" defTabSz="913176" rtl="0" eaLnBrk="1" latinLnBrk="0" hangingPunct="1">
        <a:defRPr sz="1900" kern="1200">
          <a:solidFill>
            <a:schemeClr val="tx1"/>
          </a:solidFill>
          <a:latin typeface="+mn-lt"/>
          <a:ea typeface="+mn-ea"/>
          <a:cs typeface="+mn-cs"/>
        </a:defRPr>
      </a:lvl5pPr>
      <a:lvl6pPr marL="2282974" algn="l" defTabSz="913176" rtl="0" eaLnBrk="1" latinLnBrk="0" hangingPunct="1">
        <a:defRPr sz="1900" kern="1200">
          <a:solidFill>
            <a:schemeClr val="tx1"/>
          </a:solidFill>
          <a:latin typeface="+mn-lt"/>
          <a:ea typeface="+mn-ea"/>
          <a:cs typeface="+mn-cs"/>
        </a:defRPr>
      </a:lvl6pPr>
      <a:lvl7pPr marL="2739526" algn="l" defTabSz="913176" rtl="0" eaLnBrk="1" latinLnBrk="0" hangingPunct="1">
        <a:defRPr sz="1900" kern="1200">
          <a:solidFill>
            <a:schemeClr val="tx1"/>
          </a:solidFill>
          <a:latin typeface="+mn-lt"/>
          <a:ea typeface="+mn-ea"/>
          <a:cs typeface="+mn-cs"/>
        </a:defRPr>
      </a:lvl7pPr>
      <a:lvl8pPr marL="3196080" algn="l" defTabSz="913176" rtl="0" eaLnBrk="1" latinLnBrk="0" hangingPunct="1">
        <a:defRPr sz="1900" kern="1200">
          <a:solidFill>
            <a:schemeClr val="tx1"/>
          </a:solidFill>
          <a:latin typeface="+mn-lt"/>
          <a:ea typeface="+mn-ea"/>
          <a:cs typeface="+mn-cs"/>
        </a:defRPr>
      </a:lvl8pPr>
      <a:lvl9pPr marL="3652635" algn="l" defTabSz="913176"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280000" y="120000"/>
            <a:ext cx="11600000" cy="360000"/>
          </a:xfrm>
          <a:prstGeom prst="rect">
            <a:avLst/>
          </a:prstGeom>
          <a:noFill/>
        </p:spPr>
        <p:txBody>
          <a:bodyPr wrap="square" rtlCol="0" anchor="ctr" lIns="36000" rIns="36000" tIns="36000" bIns="36000">
            <a:noAutofit/>
          </a:bodyPr>
          <a:lstStyle/>
          <a:p>
            <a:pPr algn="ctr">
              <a:defRPr sz="2400" b="1">
                <a:solidFill>
                  <a:srgbClr val="214D8A"/>
                </a:solidFill>
              </a:defRPr>
            </a:pPr>
            <a:r>
              <a:rPr lang="zh-CN" altLang="en-US" sz="2400" b="1">
                <a:solidFill>
                  <a:srgbClr val="214D8A"/>
                </a:solidFill>
                <a:latin typeface="微软雅黑"/>
                <a:ea typeface="微软雅黑"/>
              </a:rPr>
              <a:t>生产环境部署图</a:t>
            </a:r>
            <a:endParaRPr lang="zh-CN" altLang="en-US" sz="2400" b="1"/>
          </a:p>
        </p:txBody>
      </p:sp>
      <p:sp>
        <p:nvSpPr>
          <p:cNvPr id="3" name="接入区Zone"/>
          <p:cNvSpPr/>
          <p:nvPr/>
        </p:nvSpPr>
        <p:spPr>
          <a:xfrm>
            <a:off x="770000" y="1120000"/>
            <a:ext cx="2200000" cy="2500000"/>
          </a:xfrm>
          <a:prstGeom prst="roundRect">
            <a:avLst/>
          </a:prstGeom>
          <a:solidFill>
            <a:srgbClr val="FFF4E6"/>
          </a:solidFill>
          <a:ln w="19050">
            <a:solidFill>
              <a:srgbClr val="E67E22"/>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4" name="接入区Label"/>
          <p:cNvSpPr txBox="1"/>
          <p:nvPr/>
        </p:nvSpPr>
        <p:spPr>
          <a:xfrm>
            <a:off x="890000" y="940000"/>
            <a:ext cx="1600000" cy="260000"/>
          </a:xfrm>
          <a:prstGeom prst="rect">
            <a:avLst/>
          </a:prstGeom>
          <a:noFill/>
        </p:spPr>
        <p:txBody>
          <a:bodyPr wrap="square" rtlCol="0" anchor="ctr" lIns="36000" rIns="36000" tIns="36000" bIns="36000">
            <a:noAutofit/>
          </a:bodyPr>
          <a:lstStyle/>
          <a:p>
            <a:pPr algn="l">
              <a:defRPr sz="1250" b="1">
                <a:solidFill>
                  <a:srgbClr val="E67E22"/>
                </a:solidFill>
              </a:defRPr>
            </a:pPr>
            <a:r>
              <a:rPr lang="zh-CN" altLang="en-US" sz="1250" b="1">
                <a:solidFill>
                  <a:srgbClr val="E67E22"/>
                </a:solidFill>
                <a:latin typeface="微软雅黑"/>
                <a:ea typeface="微软雅黑"/>
              </a:rPr>
              <a:t>接入区</a:t>
            </a:r>
            <a:endParaRPr lang="zh-CN" altLang="en-US" sz="1250" b="1"/>
          </a:p>
        </p:txBody>
      </p:sp>
      <p:sp>
        <p:nvSpPr>
          <p:cNvPr id="5" name="应用区Zone"/>
          <p:cNvSpPr/>
          <p:nvPr/>
        </p:nvSpPr>
        <p:spPr>
          <a:xfrm>
            <a:off x="3200000" y="1120000"/>
            <a:ext cx="4650000" cy="3100000"/>
          </a:xfrm>
          <a:prstGeom prst="roundRect">
            <a:avLst/>
          </a:prstGeom>
          <a:solidFill>
            <a:srgbClr val="F4F8FC"/>
          </a:solidFill>
          <a:ln w="19050">
            <a:solidFill>
              <a:srgbClr val="214D8A"/>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6" name="应用区Label"/>
          <p:cNvSpPr txBox="1"/>
          <p:nvPr/>
        </p:nvSpPr>
        <p:spPr>
          <a:xfrm>
            <a:off x="3320000" y="940000"/>
            <a:ext cx="1600000" cy="260000"/>
          </a:xfrm>
          <a:prstGeom prst="rect">
            <a:avLst/>
          </a:prstGeom>
          <a:noFill/>
        </p:spPr>
        <p:txBody>
          <a:bodyPr wrap="square" rtlCol="0" anchor="ctr" lIns="36000" rIns="36000" tIns="36000" bIns="36000">
            <a:noAutofit/>
          </a:bodyPr>
          <a:lstStyle/>
          <a:p>
            <a:pPr algn="l">
              <a:defRPr sz="1250" b="1">
                <a:solidFill>
                  <a:srgbClr val="214D8A"/>
                </a:solidFill>
              </a:defRPr>
            </a:pPr>
            <a:r>
              <a:rPr lang="zh-CN" altLang="en-US" sz="1250" b="1">
                <a:solidFill>
                  <a:srgbClr val="214D8A"/>
                </a:solidFill>
                <a:latin typeface="微软雅黑"/>
                <a:ea typeface="微软雅黑"/>
              </a:rPr>
              <a:t>应用区</a:t>
            </a:r>
            <a:endParaRPr lang="zh-CN" altLang="en-US" sz="1250" b="1"/>
          </a:p>
        </p:txBody>
      </p:sp>
      <p:sp>
        <p:nvSpPr>
          <p:cNvPr id="7" name="数据区Zone"/>
          <p:cNvSpPr/>
          <p:nvPr/>
        </p:nvSpPr>
        <p:spPr>
          <a:xfrm>
            <a:off x="8100000" y="1120000"/>
            <a:ext cx="3400000" cy="3100000"/>
          </a:xfrm>
          <a:prstGeom prst="roundRect">
            <a:avLst/>
          </a:prstGeom>
          <a:solidFill>
            <a:srgbClr val="F8F4F2"/>
          </a:solidFill>
          <a:ln w="19050">
            <a:solidFill>
              <a:srgbClr val="A23B1E"/>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8" name="数据区Label"/>
          <p:cNvSpPr txBox="1"/>
          <p:nvPr/>
        </p:nvSpPr>
        <p:spPr>
          <a:xfrm>
            <a:off x="8220000" y="940000"/>
            <a:ext cx="1600000" cy="260000"/>
          </a:xfrm>
          <a:prstGeom prst="rect">
            <a:avLst/>
          </a:prstGeom>
          <a:noFill/>
        </p:spPr>
        <p:txBody>
          <a:bodyPr wrap="square" rtlCol="0" anchor="ctr" lIns="36000" rIns="36000" tIns="36000" bIns="36000">
            <a:noAutofit/>
          </a:bodyPr>
          <a:lstStyle/>
          <a:p>
            <a:pPr algn="l">
              <a:defRPr sz="1250" b="1">
                <a:solidFill>
                  <a:srgbClr val="A23B1E"/>
                </a:solidFill>
              </a:defRPr>
            </a:pPr>
            <a:r>
              <a:rPr lang="zh-CN" altLang="en-US" sz="1250" b="1">
                <a:solidFill>
                  <a:srgbClr val="A23B1E"/>
                </a:solidFill>
                <a:latin typeface="微软雅黑"/>
                <a:ea typeface="微软雅黑"/>
              </a:rPr>
              <a:t>数据区</a:t>
            </a:r>
            <a:endParaRPr lang="zh-CN" altLang="en-US" sz="1250" b="1"/>
          </a:p>
        </p:txBody>
      </p:sp>
      <p:sp>
        <p:nvSpPr>
          <p:cNvPr id="9" name="平台服务区Zone"/>
          <p:cNvSpPr/>
          <p:nvPr/>
        </p:nvSpPr>
        <p:spPr>
          <a:xfrm>
            <a:off x="2300000" y="4420000"/>
            <a:ext cx="9250000" cy="1950000"/>
          </a:xfrm>
          <a:prstGeom prst="roundRect">
            <a:avLst/>
          </a:prstGeom>
          <a:solidFill>
            <a:srgbClr val="F6F6F6"/>
          </a:solidFill>
          <a:ln w="19050">
            <a:solidFill>
              <a:srgbClr val="6C757D"/>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10" name="平台服务区Label"/>
          <p:cNvSpPr txBox="1"/>
          <p:nvPr/>
        </p:nvSpPr>
        <p:spPr>
          <a:xfrm>
            <a:off x="2420000" y="4240000"/>
            <a:ext cx="1600000" cy="260000"/>
          </a:xfrm>
          <a:prstGeom prst="rect">
            <a:avLst/>
          </a:prstGeom>
          <a:noFill/>
        </p:spPr>
        <p:txBody>
          <a:bodyPr wrap="square" rtlCol="0" anchor="ctr" lIns="36000" rIns="36000" tIns="36000" bIns="36000">
            <a:noAutofit/>
          </a:bodyPr>
          <a:lstStyle/>
          <a:p>
            <a:pPr algn="l">
              <a:defRPr sz="1250" b="1">
                <a:solidFill>
                  <a:srgbClr val="6C757D"/>
                </a:solidFill>
              </a:defRPr>
            </a:pPr>
            <a:r>
              <a:rPr lang="zh-CN" altLang="en-US" sz="1250" b="1">
                <a:solidFill>
                  <a:srgbClr val="6C757D"/>
                </a:solidFill>
                <a:latin typeface="微软雅黑"/>
                <a:ea typeface="微软雅黑"/>
              </a:rPr>
              <a:t>平台服务区</a:t>
            </a:r>
            <a:endParaRPr lang="zh-CN" altLang="en-US" sz="1250" b="1"/>
          </a:p>
        </p:txBody>
      </p:sp>
      <p:sp>
        <p:nvSpPr>
          <p:cNvPr id="11" name="User"/>
          <p:cNvSpPr/>
          <p:nvPr/>
        </p:nvSpPr>
        <p:spPr>
          <a:xfrm>
            <a:off x="70000" y="2150000"/>
            <a:ext cx="500000" cy="420000"/>
          </a:xfrm>
          <a:prstGeom prst="roundRect">
            <a:avLst/>
          </a:prstGeom>
          <a:solidFill>
            <a:srgbClr val="214D8A"/>
          </a:solidFill>
          <a:ln w="12700">
            <a:solidFill>
              <a:srgbClr val="214D8A"/>
            </a:solidFill>
          </a:ln>
        </p:spPr>
        <p:txBody>
          <a:bodyPr wrap="square" rtlCol="0" anchor="ctr" lIns="36000" rIns="36000" tIns="36000" bIns="36000">
            <a:noAutofit/>
          </a:bodyPr>
          <a:lstStyle/>
          <a:p>
            <a:pPr algn="ctr">
              <a:defRPr sz="820" b="1">
                <a:solidFill>
                  <a:srgbClr val="FFFFFF"/>
                </a:solidFill>
              </a:defRPr>
            </a:pPr>
            <a:r>
              <a:rPr lang="zh-CN" altLang="en-US" sz="820" b="1">
                <a:solidFill>
                  <a:srgbClr val="FFFFFF"/>
                </a:solidFill>
                <a:latin typeface="微软雅黑"/>
                <a:ea typeface="微软雅黑"/>
              </a:rPr>
              <a:t>用户入口</a:t>
            </a:r>
            <a:endParaRPr lang="zh-CN" altLang="en-US" sz="820" b="1"/>
          </a:p>
        </p:txBody>
      </p:sp>
      <p:sp>
        <p:nvSpPr>
          <p:cNvPr id="12" name="lbShell"/>
          <p:cNvSpPr/>
          <p:nvPr/>
        </p:nvSpPr>
        <p:spPr>
          <a:xfrm>
            <a:off x="1110000" y="1520000"/>
            <a:ext cx="560000" cy="1280000"/>
          </a:xfrm>
          <a:prstGeom prst="roundRect">
            <a:avLst/>
          </a:prstGeom>
          <a:solidFill>
            <a:srgbClr val="FFE5BF"/>
          </a:solidFill>
          <a:ln w="19050">
            <a:solidFill>
              <a:srgbClr val="FF8C00"/>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13" name="lbTitle"/>
          <p:cNvSpPr txBox="1"/>
          <p:nvPr/>
        </p:nvSpPr>
        <p:spPr>
          <a:xfrm>
            <a:off x="1200000" y="1590000"/>
            <a:ext cx="380000" cy="240000"/>
          </a:xfrm>
          <a:prstGeom prst="rect">
            <a:avLst/>
          </a:prstGeom>
          <a:noFill/>
        </p:spPr>
        <p:txBody>
          <a:bodyPr wrap="square" rtlCol="0" anchor="ctr" lIns="36000" rIns="36000" tIns="36000" bIns="36000">
            <a:noAutofit/>
          </a:bodyPr>
          <a:lstStyle/>
          <a:p>
            <a:pPr algn="l">
              <a:defRPr sz="880" b="1">
                <a:solidFill>
                  <a:srgbClr val="FF8C00"/>
                </a:solidFill>
              </a:defRPr>
            </a:pPr>
            <a:r>
              <a:rPr lang="zh-CN" altLang="en-US" sz="880" b="1">
                <a:solidFill>
                  <a:srgbClr val="FF8C00"/>
                </a:solidFill>
                <a:latin typeface="微软雅黑"/>
                <a:ea typeface="微软雅黑"/>
              </a:rPr>
              <a:t>负载均衡</a:t>
            </a:r>
            <a:endParaRPr lang="zh-CN" altLang="en-US" sz="880" b="1"/>
          </a:p>
        </p:txBody>
      </p:sp>
      <p:sp>
        <p:nvSpPr>
          <p:cNvPr id="14" name="lbServiceOnly"/>
          <p:cNvSpPr/>
          <p:nvPr/>
        </p:nvSpPr>
        <p:spPr>
          <a:xfrm>
            <a:off x="1230000" y="1910000"/>
            <a:ext cx="320000" cy="780000"/>
          </a:xfrm>
          <a:prstGeom prst="roundRect">
            <a:avLst/>
          </a:prstGeom>
          <a:solidFill>
            <a:srgbClr val="FF8C00"/>
          </a:solidFill>
          <a:ln w="12700">
            <a:solidFill>
              <a:srgbClr val="FF8C00"/>
            </a:solidFill>
          </a:ln>
        </p:spPr>
        <p:txBody>
          <a:bodyPr wrap="square" rtlCol="0" anchor="ctr" lIns="36000" rIns="36000" tIns="36000" bIns="36000">
            <a:noAutofit/>
          </a:bodyPr>
          <a:lstStyle/>
          <a:p>
            <a:pPr algn="ctr">
              <a:defRPr sz="820" b="1">
                <a:solidFill>
                  <a:srgbClr val="FFFFFF"/>
                </a:solidFill>
              </a:defRPr>
            </a:pPr>
            <a:r>
              <a:rPr lang="zh-CN" altLang="en-US" sz="820" b="1">
                <a:solidFill>
                  <a:srgbClr val="FFFFFF"/>
                </a:solidFill>
                <a:latin typeface="微软雅黑"/>
                <a:ea typeface="微软雅黑"/>
              </a:rPr>
              <a:t>负载均衡</a:t>
            </a:r>
            <a:endParaRPr lang="zh-CN" altLang="en-US" sz="820" b="1"/>
          </a:p>
          <a:p>
            <a:pPr algn="ctr">
              <a:defRPr sz="640">
                <a:solidFill>
                  <a:srgbClr val="FFF2DB"/>
                </a:solidFill>
              </a:defRPr>
            </a:pPr>
            <a:r>
              <a:rPr lang="zh-CN" altLang="en-US" sz="640">
                <a:solidFill>
                  <a:srgbClr val="FFF2DB"/>
                </a:solidFill>
                <a:latin typeface="微软雅黑"/>
                <a:ea typeface="微软雅黑"/>
              </a:rPr>
              <a:t>端口 80</a:t>
            </a:r>
            <a:endParaRPr lang="zh-CN" altLang="en-US" sz="640"/>
          </a:p>
          <a:p>
            <a:pPr algn="ctr">
              <a:defRPr sz="560">
                <a:solidFill>
                  <a:srgbClr val="FFF2DB"/>
                </a:solidFill>
              </a:defRPr>
            </a:pPr>
            <a:r>
              <a:rPr lang="zh-CN" altLang="en-US" sz="560">
                <a:solidFill>
                  <a:srgbClr val="FFF2DB"/>
                </a:solidFill>
                <a:latin typeface="微软雅黑"/>
                <a:ea typeface="微软雅黑"/>
              </a:rPr>
              <a:t>XX.XX.162.160</a:t>
            </a:r>
            <a:endParaRPr lang="zh-CN" altLang="en-US" sz="560"/>
          </a:p>
        </p:txBody>
      </p:sp>
      <p:sp>
        <p:nvSpPr>
          <p:cNvPr id="15" name="nginxShell"/>
          <p:cNvSpPr/>
          <p:nvPr/>
        </p:nvSpPr>
        <p:spPr>
          <a:xfrm>
            <a:off x="1770000" y="1380000"/>
            <a:ext cx="980000" cy="1500000"/>
          </a:xfrm>
          <a:prstGeom prst="roundRect">
            <a:avLst/>
          </a:prstGeom>
          <a:solidFill>
            <a:srgbClr val="D7EEF9"/>
          </a:solidFill>
          <a:ln w="19050">
            <a:solidFill>
              <a:srgbClr val="006699"/>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16" name="nginxTitle"/>
          <p:cNvSpPr txBox="1"/>
          <p:nvPr/>
        </p:nvSpPr>
        <p:spPr>
          <a:xfrm>
            <a:off x="1860000" y="1450000"/>
            <a:ext cx="800000" cy="240000"/>
          </a:xfrm>
          <a:prstGeom prst="rect">
            <a:avLst/>
          </a:prstGeom>
          <a:noFill/>
        </p:spPr>
        <p:txBody>
          <a:bodyPr wrap="square" rtlCol="0" anchor="ctr" lIns="36000" rIns="36000" tIns="36000" bIns="36000">
            <a:noAutofit/>
          </a:bodyPr>
          <a:lstStyle/>
          <a:p>
            <a:pPr algn="l">
              <a:defRPr sz="880" b="1">
                <a:solidFill>
                  <a:srgbClr val="006699"/>
                </a:solidFill>
              </a:defRPr>
            </a:pPr>
            <a:r>
              <a:rPr lang="zh-CN" altLang="en-US" sz="880" b="1">
                <a:solidFill>
                  <a:srgbClr val="006699"/>
                </a:solidFill>
                <a:latin typeface="微软雅黑"/>
                <a:ea typeface="微软雅黑"/>
              </a:rPr>
              <a:t>Nginx接入层</a:t>
            </a:r>
            <a:endParaRPr lang="zh-CN" altLang="en-US" sz="880" b="1"/>
          </a:p>
        </p:txBody>
      </p:sp>
      <p:sp>
        <p:nvSpPr>
          <p:cNvPr id="17" name="nginxServer1"/>
          <p:cNvSpPr/>
          <p:nvPr/>
        </p:nvSpPr>
        <p:spPr>
          <a:xfrm>
            <a:off x="1860000" y="1770000"/>
            <a:ext cx="800000" cy="480000"/>
          </a:xfrm>
          <a:prstGeom prst="roundRect">
            <a:avLst/>
          </a:prstGeom>
          <a:solidFill>
            <a:srgbClr val="006699"/>
          </a:solidFill>
          <a:ln w="12700">
            <a:solidFill>
              <a:srgbClr val="006699"/>
            </a:solidFill>
          </a:ln>
        </p:spPr>
        <p:txBody>
          <a:bodyPr wrap="square" rtlCol="0" anchor="ctr" lIns="36000" rIns="36000" tIns="36000" bIns="36000">
            <a:noAutofit/>
          </a:bodyPr>
          <a:lstStyle/>
          <a:p>
            <a:pPr algn="ctr">
              <a:defRPr sz="760" b="1">
                <a:solidFill>
                  <a:srgbClr val="FFFFFF"/>
                </a:solidFill>
              </a:defRPr>
            </a:pPr>
            <a:r>
              <a:rPr lang="zh-CN" altLang="en-US" sz="760" b="1">
                <a:solidFill>
                  <a:srgbClr val="FFFFFF"/>
                </a:solidFill>
                <a:latin typeface="微软雅黑"/>
                <a:ea typeface="微软雅黑"/>
              </a:rPr>
              <a:t>ierp-p-ng01</a:t>
            </a:r>
            <a:endParaRPr lang="zh-CN" altLang="en-US" sz="760" b="1"/>
          </a:p>
          <a:p>
            <a:pPr algn="ctr">
              <a:defRPr sz="620">
                <a:solidFill>
                  <a:srgbClr val="D8F3FF"/>
                </a:solidFill>
              </a:defRPr>
            </a:pPr>
            <a:r>
              <a:rPr lang="zh-CN" altLang="en-US" sz="620">
                <a:solidFill>
                  <a:srgbClr val="D8F3FF"/>
                </a:solidFill>
                <a:latin typeface="微软雅黑"/>
                <a:ea typeface="微软雅黑"/>
              </a:rPr>
              <a:t>XX.XX.162.109</a:t>
            </a:r>
            <a:endParaRPr lang="zh-CN" altLang="en-US" sz="620"/>
          </a:p>
          <a:p>
            <a:pPr algn="ctr">
              <a:defRPr sz="620">
                <a:solidFill>
                  <a:srgbClr val="D8F3FF"/>
                </a:solidFill>
              </a:defRPr>
            </a:pPr>
            <a:r>
              <a:rPr lang="zh-CN" altLang="en-US" sz="620">
                <a:solidFill>
                  <a:srgbClr val="D8F3FF"/>
                </a:solidFill>
                <a:latin typeface="微软雅黑"/>
                <a:ea typeface="微软雅黑"/>
              </a:rPr>
              <a:t>端口 8082,8090</a:t>
            </a:r>
            <a:endParaRPr lang="zh-CN" altLang="en-US" sz="620"/>
          </a:p>
          <a:p>
            <a:pPr algn="ctr">
              <a:defRPr sz="560">
                <a:solidFill>
                  <a:srgbClr val="D8F3FF"/>
                </a:solidFill>
              </a:defRPr>
            </a:pPr>
            <a:r>
              <a:rPr lang="zh-CN" altLang="en-US" sz="560">
                <a:solidFill>
                  <a:srgbClr val="D8F3FF"/>
                </a:solidFill>
                <a:latin typeface="微软雅黑"/>
                <a:ea typeface="微软雅黑"/>
              </a:rPr>
              <a:t>4C 16G 300G</a:t>
            </a:r>
            <a:endParaRPr lang="zh-CN" altLang="en-US" sz="560"/>
          </a:p>
        </p:txBody>
      </p:sp>
      <p:sp>
        <p:nvSpPr>
          <p:cNvPr id="18" name="nginxServer2"/>
          <p:cNvSpPr/>
          <p:nvPr/>
        </p:nvSpPr>
        <p:spPr>
          <a:xfrm>
            <a:off x="1860000" y="2310000"/>
            <a:ext cx="800000" cy="480000"/>
          </a:xfrm>
          <a:prstGeom prst="roundRect">
            <a:avLst/>
          </a:prstGeom>
          <a:solidFill>
            <a:srgbClr val="006699"/>
          </a:solidFill>
          <a:ln w="12700">
            <a:solidFill>
              <a:srgbClr val="006699"/>
            </a:solidFill>
          </a:ln>
        </p:spPr>
        <p:txBody>
          <a:bodyPr wrap="square" rtlCol="0" anchor="ctr" lIns="36000" rIns="36000" tIns="36000" bIns="36000">
            <a:noAutofit/>
          </a:bodyPr>
          <a:lstStyle/>
          <a:p>
            <a:pPr algn="ctr">
              <a:defRPr sz="760" b="1">
                <a:solidFill>
                  <a:srgbClr val="FFFFFF"/>
                </a:solidFill>
              </a:defRPr>
            </a:pPr>
            <a:r>
              <a:rPr lang="zh-CN" altLang="en-US" sz="760" b="1">
                <a:solidFill>
                  <a:srgbClr val="FFFFFF"/>
                </a:solidFill>
                <a:latin typeface="微软雅黑"/>
                <a:ea typeface="微软雅黑"/>
              </a:rPr>
              <a:t>ierp-p-ng02</a:t>
            </a:r>
            <a:endParaRPr lang="zh-CN" altLang="en-US" sz="760" b="1"/>
          </a:p>
          <a:p>
            <a:pPr algn="ctr">
              <a:defRPr sz="620">
                <a:solidFill>
                  <a:srgbClr val="D8F3FF"/>
                </a:solidFill>
              </a:defRPr>
            </a:pPr>
            <a:r>
              <a:rPr lang="zh-CN" altLang="en-US" sz="620">
                <a:solidFill>
                  <a:srgbClr val="D8F3FF"/>
                </a:solidFill>
                <a:latin typeface="微软雅黑"/>
                <a:ea typeface="微软雅黑"/>
              </a:rPr>
              <a:t>XX.XX.162.110</a:t>
            </a:r>
            <a:endParaRPr lang="zh-CN" altLang="en-US" sz="620"/>
          </a:p>
          <a:p>
            <a:pPr algn="ctr">
              <a:defRPr sz="620">
                <a:solidFill>
                  <a:srgbClr val="D8F3FF"/>
                </a:solidFill>
              </a:defRPr>
            </a:pPr>
            <a:r>
              <a:rPr lang="zh-CN" altLang="en-US" sz="620">
                <a:solidFill>
                  <a:srgbClr val="D8F3FF"/>
                </a:solidFill>
                <a:latin typeface="微软雅黑"/>
                <a:ea typeface="微软雅黑"/>
              </a:rPr>
              <a:t>端口 8082,8090</a:t>
            </a:r>
            <a:endParaRPr lang="zh-CN" altLang="en-US" sz="620"/>
          </a:p>
          <a:p>
            <a:pPr algn="ctr">
              <a:defRPr sz="560">
                <a:solidFill>
                  <a:srgbClr val="D8F3FF"/>
                </a:solidFill>
              </a:defRPr>
            </a:pPr>
            <a:r>
              <a:rPr lang="zh-CN" altLang="en-US" sz="560">
                <a:solidFill>
                  <a:srgbClr val="D8F3FF"/>
                </a:solidFill>
                <a:latin typeface="微软雅黑"/>
                <a:ea typeface="微软雅黑"/>
              </a:rPr>
              <a:t>4C 16G 300G</a:t>
            </a:r>
            <a:endParaRPr lang="zh-CN" altLang="en-US" sz="560"/>
          </a:p>
        </p:txBody>
      </p:sp>
      <p:cxnSp>
        <p:nvCxnSpPr>
          <p:cNvPr id="19" name="Connector 19"/>
          <p:cNvCxnSpPr/>
          <p:nvPr/>
        </p:nvCxnSpPr>
        <p:spPr>
          <a:xfrm flipV="1">
            <a:off x="570000" y="2160000"/>
            <a:ext cx="540000" cy="200000"/>
          </a:xfrm>
          <a:prstGeom prst="line">
            <a:avLst/>
          </a:prstGeom>
          <a:ln w="25400">
            <a:solidFill>
              <a:srgbClr val="FF8C00"/>
            </a:solidFill>
            <a:tailEnd type="stealth"/>
          </a:ln>
        </p:spPr>
      </p:cxnSp>
      <p:sp>
        <p:nvSpPr>
          <p:cNvPr id="20" name="LineLabel"/>
          <p:cNvSpPr/>
          <p:nvPr/>
        </p:nvSpPr>
        <p:spPr>
          <a:xfrm>
            <a:off x="615000" y="2170000"/>
            <a:ext cx="450000" cy="180000"/>
          </a:xfrm>
          <a:prstGeom prst="roundRect">
            <a:avLst/>
          </a:prstGeom>
          <a:solidFill>
            <a:srgbClr val="FFFFFF"/>
          </a:solidFill>
          <a:ln w="12700">
            <a:solidFill>
              <a:srgbClr val="A23B1E"/>
            </a:solidFill>
          </a:ln>
        </p:spPr>
        <p:txBody>
          <a:bodyPr wrap="square" rtlCol="0" anchor="ctr" lIns="36000" rIns="36000" tIns="36000" bIns="36000">
            <a:noAutofit/>
          </a:bodyPr>
          <a:lstStyle/>
          <a:p>
            <a:pPr algn="ctr">
              <a:defRPr sz="620" b="1">
                <a:solidFill>
                  <a:srgbClr val="A23B1E"/>
                </a:solidFill>
              </a:defRPr>
            </a:pPr>
            <a:r>
              <a:rPr lang="zh-CN" altLang="en-US" sz="620" b="1">
                <a:solidFill>
                  <a:srgbClr val="A23B1E"/>
                </a:solidFill>
                <a:latin typeface="微软雅黑"/>
                <a:ea typeface="微软雅黑"/>
              </a:rPr>
              <a:t>80</a:t>
            </a:r>
            <a:endParaRPr lang="zh-CN" altLang="en-US" sz="620" b="1"/>
          </a:p>
        </p:txBody>
      </p:sp>
      <p:cxnSp>
        <p:nvCxnSpPr>
          <p:cNvPr id="21" name="Connector 21"/>
          <p:cNvCxnSpPr/>
          <p:nvPr/>
        </p:nvCxnSpPr>
        <p:spPr>
          <a:xfrm flipV="1">
            <a:off x="1670000" y="2130000"/>
            <a:ext cx="100000" cy="30000"/>
          </a:xfrm>
          <a:prstGeom prst="line">
            <a:avLst/>
          </a:prstGeom>
          <a:ln w="25400">
            <a:solidFill>
              <a:srgbClr val="FF8C00"/>
            </a:solidFill>
            <a:tailEnd type="stealth"/>
          </a:ln>
        </p:spPr>
      </p:cxnSp>
      <p:sp>
        <p:nvSpPr>
          <p:cNvPr id="22" name="gpaasShell"/>
          <p:cNvSpPr/>
          <p:nvPr/>
        </p:nvSpPr>
        <p:spPr>
          <a:xfrm>
            <a:off x="3530000" y="1280000"/>
            <a:ext cx="1750000" cy="760000"/>
          </a:xfrm>
          <a:prstGeom prst="roundRect">
            <a:avLst/>
          </a:prstGeom>
          <a:solidFill>
            <a:srgbClr val="DDF5E6"/>
          </a:solidFill>
          <a:ln w="19050">
            <a:solidFill>
              <a:srgbClr val="2E8B57"/>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23" name="gpaasTitle"/>
          <p:cNvSpPr txBox="1"/>
          <p:nvPr/>
        </p:nvSpPr>
        <p:spPr>
          <a:xfrm>
            <a:off x="3620000" y="1350000"/>
            <a:ext cx="1570000" cy="240000"/>
          </a:xfrm>
          <a:prstGeom prst="rect">
            <a:avLst/>
          </a:prstGeom>
          <a:noFill/>
        </p:spPr>
        <p:txBody>
          <a:bodyPr wrap="square" rtlCol="0" anchor="ctr" lIns="36000" rIns="36000" tIns="36000" bIns="36000">
            <a:noAutofit/>
          </a:bodyPr>
          <a:lstStyle/>
          <a:p>
            <a:pPr algn="l">
              <a:defRPr sz="880" b="1">
                <a:solidFill>
                  <a:srgbClr val="2E8B57"/>
                </a:solidFill>
              </a:defRPr>
            </a:pPr>
            <a:r>
              <a:rPr lang="zh-CN" altLang="en-US" sz="880" b="1">
                <a:solidFill>
                  <a:srgbClr val="2E8B57"/>
                </a:solidFill>
                <a:latin typeface="微软雅黑"/>
                <a:ea typeface="微软雅黑"/>
              </a:rPr>
              <a:t>gPaaS管理</a:t>
            </a:r>
            <a:endParaRPr lang="zh-CN" altLang="en-US" sz="880" b="1"/>
          </a:p>
        </p:txBody>
      </p:sp>
      <p:sp>
        <p:nvSpPr>
          <p:cNvPr id="24" name="gpaasServer1"/>
          <p:cNvSpPr/>
          <p:nvPr/>
        </p:nvSpPr>
        <p:spPr>
          <a:xfrm>
            <a:off x="3620000" y="1670000"/>
            <a:ext cx="1570000" cy="280000"/>
          </a:xfrm>
          <a:prstGeom prst="roundRect">
            <a:avLst/>
          </a:prstGeom>
          <a:solidFill>
            <a:srgbClr val="2E8B57"/>
          </a:solidFill>
          <a:ln w="12700">
            <a:solidFill>
              <a:srgbClr val="2E8B57"/>
            </a:solidFill>
          </a:ln>
        </p:spPr>
        <p:txBody>
          <a:bodyPr wrap="square" rtlCol="0" anchor="ctr" lIns="36000" rIns="36000" tIns="36000" bIns="36000">
            <a:noAutofit/>
          </a:bodyPr>
          <a:lstStyle/>
          <a:p>
            <a:pPr algn="ctr">
              <a:defRPr sz="760" b="1">
                <a:solidFill>
                  <a:srgbClr val="FFFFFF"/>
                </a:solidFill>
              </a:defRPr>
            </a:pPr>
            <a:r>
              <a:rPr lang="zh-CN" altLang="en-US" sz="760" b="1">
                <a:solidFill>
                  <a:srgbClr val="FFFFFF"/>
                </a:solidFill>
                <a:latin typeface="微软雅黑"/>
                <a:ea typeface="微软雅黑"/>
              </a:rPr>
              <a:t>ierp-p-gpaas</a:t>
            </a:r>
            <a:endParaRPr lang="zh-CN" altLang="en-US" sz="760" b="1"/>
          </a:p>
          <a:p>
            <a:pPr algn="ctr">
              <a:defRPr sz="620">
                <a:solidFill>
                  <a:srgbClr val="EAF9F0"/>
                </a:solidFill>
              </a:defRPr>
            </a:pPr>
            <a:r>
              <a:rPr lang="zh-CN" altLang="en-US" sz="620">
                <a:solidFill>
                  <a:srgbClr val="EAF9F0"/>
                </a:solidFill>
                <a:latin typeface="微软雅黑"/>
                <a:ea typeface="微软雅黑"/>
              </a:rPr>
              <a:t>XX.XX.162.92</a:t>
            </a:r>
            <a:endParaRPr lang="zh-CN" altLang="en-US" sz="620"/>
          </a:p>
          <a:p>
            <a:pPr algn="ctr">
              <a:defRPr sz="620">
                <a:solidFill>
                  <a:srgbClr val="EAF9F0"/>
                </a:solidFill>
              </a:defRPr>
            </a:pPr>
            <a:r>
              <a:rPr lang="zh-CN" altLang="en-US" sz="620">
                <a:solidFill>
                  <a:srgbClr val="EAF9F0"/>
                </a:solidFill>
                <a:latin typeface="微软雅黑"/>
                <a:ea typeface="微软雅黑"/>
              </a:rPr>
              <a:t>端口 8060</a:t>
            </a:r>
            <a:endParaRPr lang="zh-CN" altLang="en-US" sz="620"/>
          </a:p>
          <a:p>
            <a:pPr algn="ctr">
              <a:defRPr sz="560">
                <a:solidFill>
                  <a:srgbClr val="EAF9F0"/>
                </a:solidFill>
              </a:defRPr>
            </a:pPr>
            <a:r>
              <a:rPr lang="zh-CN" altLang="en-US" sz="560">
                <a:solidFill>
                  <a:srgbClr val="EAF9F0"/>
                </a:solidFill>
                <a:latin typeface="微软雅黑"/>
                <a:ea typeface="微软雅黑"/>
              </a:rPr>
              <a:t>16C 64G 400G</a:t>
            </a:r>
            <a:endParaRPr lang="zh-CN" altLang="en-US" sz="560"/>
          </a:p>
        </p:txBody>
      </p:sp>
      <p:sp>
        <p:nvSpPr>
          <p:cNvPr id="25" name="previewShell"/>
          <p:cNvSpPr/>
          <p:nvPr/>
        </p:nvSpPr>
        <p:spPr>
          <a:xfrm>
            <a:off x="5700000" y="1280000"/>
            <a:ext cx="1800000" cy="760000"/>
          </a:xfrm>
          <a:prstGeom prst="roundRect">
            <a:avLst/>
          </a:prstGeom>
          <a:solidFill>
            <a:srgbClr val="E4F2EC"/>
          </a:solidFill>
          <a:ln w="19050">
            <a:solidFill>
              <a:srgbClr val="5B8E7D"/>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26" name="previewTitle"/>
          <p:cNvSpPr txBox="1"/>
          <p:nvPr/>
        </p:nvSpPr>
        <p:spPr>
          <a:xfrm>
            <a:off x="5790000" y="1350000"/>
            <a:ext cx="1620000" cy="240000"/>
          </a:xfrm>
          <a:prstGeom prst="rect">
            <a:avLst/>
          </a:prstGeom>
          <a:noFill/>
        </p:spPr>
        <p:txBody>
          <a:bodyPr wrap="square" rtlCol="0" anchor="ctr" lIns="36000" rIns="36000" tIns="36000" bIns="36000">
            <a:noAutofit/>
          </a:bodyPr>
          <a:lstStyle/>
          <a:p>
            <a:pPr algn="l">
              <a:defRPr sz="880" b="1">
                <a:solidFill>
                  <a:srgbClr val="5B8E7D"/>
                </a:solidFill>
              </a:defRPr>
            </a:pPr>
            <a:r>
              <a:rPr lang="zh-CN" altLang="en-US" sz="880" b="1">
                <a:solidFill>
                  <a:srgbClr val="5B8E7D"/>
                </a:solidFill>
                <a:latin typeface="微软雅黑"/>
                <a:ea typeface="微软雅黑"/>
              </a:rPr>
              <a:t>文件预览</a:t>
            </a:r>
            <a:endParaRPr lang="zh-CN" altLang="en-US" sz="880" b="1"/>
          </a:p>
        </p:txBody>
      </p:sp>
      <p:sp>
        <p:nvSpPr>
          <p:cNvPr id="27" name="previewServer1"/>
          <p:cNvSpPr/>
          <p:nvPr/>
        </p:nvSpPr>
        <p:spPr>
          <a:xfrm>
            <a:off x="5790000" y="1670000"/>
            <a:ext cx="1620000" cy="280000"/>
          </a:xfrm>
          <a:prstGeom prst="roundRect">
            <a:avLst/>
          </a:prstGeom>
          <a:solidFill>
            <a:srgbClr val="5B8E7D"/>
          </a:solidFill>
          <a:ln w="12700">
            <a:solidFill>
              <a:srgbClr val="5B8E7D"/>
            </a:solidFill>
          </a:ln>
        </p:spPr>
        <p:txBody>
          <a:bodyPr wrap="square" rtlCol="0" anchor="ctr" lIns="36000" rIns="36000" tIns="36000" bIns="36000">
            <a:noAutofit/>
          </a:bodyPr>
          <a:lstStyle/>
          <a:p>
            <a:pPr algn="ctr">
              <a:defRPr sz="760" b="1">
                <a:solidFill>
                  <a:srgbClr val="FFFFFF"/>
                </a:solidFill>
              </a:defRPr>
            </a:pPr>
            <a:r>
              <a:rPr lang="zh-CN" altLang="en-US" sz="760" b="1">
                <a:solidFill>
                  <a:srgbClr val="FFFFFF"/>
                </a:solidFill>
                <a:latin typeface="微软雅黑"/>
                <a:ea typeface="微软雅黑"/>
              </a:rPr>
              <a:t>文件预览</a:t>
            </a:r>
            <a:endParaRPr lang="zh-CN" altLang="en-US" sz="760" b="1"/>
          </a:p>
          <a:p>
            <a:pPr algn="ctr">
              <a:defRPr sz="620">
                <a:solidFill>
                  <a:srgbClr val="EAF7F2"/>
                </a:solidFill>
              </a:defRPr>
            </a:pPr>
            <a:r>
              <a:rPr lang="zh-CN" altLang="en-US" sz="620">
                <a:solidFill>
                  <a:srgbClr val="EAF7F2"/>
                </a:solidFill>
                <a:latin typeface="微软雅黑"/>
                <a:ea typeface="微软雅黑"/>
              </a:rPr>
              <a:t>XX.XX.162.133</a:t>
            </a:r>
            <a:endParaRPr lang="zh-CN" altLang="en-US" sz="620"/>
          </a:p>
          <a:p>
            <a:pPr algn="ctr">
              <a:defRPr sz="560">
                <a:solidFill>
                  <a:srgbClr val="EAF7F2"/>
                </a:solidFill>
              </a:defRPr>
            </a:pPr>
            <a:r>
              <a:rPr lang="zh-CN" altLang="en-US" sz="560">
                <a:solidFill>
                  <a:srgbClr val="EAF7F2"/>
                </a:solidFill>
                <a:latin typeface="微软雅黑"/>
                <a:ea typeface="微软雅黑"/>
              </a:rPr>
              <a:t>4C 8G 300G</a:t>
            </a:r>
            <a:endParaRPr lang="zh-CN" altLang="en-US" sz="560"/>
          </a:p>
        </p:txBody>
      </p:sp>
      <p:sp>
        <p:nvSpPr>
          <p:cNvPr id="28" name="K8SOuter"/>
          <p:cNvSpPr/>
          <p:nvPr/>
        </p:nvSpPr>
        <p:spPr>
          <a:xfrm>
            <a:off x="3350000" y="2100000"/>
            <a:ext cx="4400000" cy="1900000"/>
          </a:xfrm>
          <a:prstGeom prst="roundRect">
            <a:avLst/>
          </a:prstGeom>
          <a:solidFill>
            <a:srgbClr val="F0F8FF"/>
          </a:solidFill>
          <a:ln w="25400">
            <a:solidFill>
              <a:srgbClr val="214D8A"/>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29" name="K8SHeader"/>
          <p:cNvSpPr txBox="1"/>
          <p:nvPr/>
        </p:nvSpPr>
        <p:spPr>
          <a:xfrm>
            <a:off x="3490000" y="2180000"/>
            <a:ext cx="4120000" cy="460000"/>
          </a:xfrm>
          <a:prstGeom prst="rect">
            <a:avLst/>
          </a:prstGeom>
          <a:noFill/>
        </p:spPr>
        <p:txBody>
          <a:bodyPr wrap="square" rtlCol="0" anchor="ctr" lIns="36000" rIns="36000" tIns="36000" bIns="36000">
            <a:noAutofit/>
          </a:bodyPr>
          <a:lstStyle/>
          <a:p>
            <a:pPr algn="ctr">
              <a:defRPr sz="1080" b="1">
                <a:solidFill>
                  <a:srgbClr val="214D8A"/>
                </a:solidFill>
              </a:defRPr>
            </a:pPr>
            <a:r>
              <a:rPr lang="zh-CN" altLang="en-US" sz="1080" b="1">
                <a:solidFill>
                  <a:srgbClr val="214D8A"/>
                </a:solidFill>
                <a:latin typeface="微软雅黑"/>
                <a:ea typeface="微软雅黑"/>
              </a:rPr>
              <a:t>K8S容器集群 (3 节点)</a:t>
            </a:r>
            <a:endParaRPr lang="zh-CN" altLang="en-US" sz="1080" b="1"/>
          </a:p>
          <a:p>
            <a:pPr algn="ctr">
              <a:defRPr sz="700">
                <a:solidFill>
                  <a:srgbClr val="415A77"/>
                </a:solidFill>
              </a:defRPr>
            </a:pPr>
            <a:r>
              <a:rPr lang="zh-CN" altLang="en-US" sz="700">
                <a:solidFill>
                  <a:srgbClr val="415A77"/>
                </a:solidFill>
                <a:latin typeface="微软雅黑"/>
                <a:ea typeface="微软雅黑"/>
              </a:rPr>
              <a:t>对外端口 30001,30002,6443,30003</a:t>
            </a:r>
            <a:endParaRPr lang="zh-CN" altLang="en-US" sz="700"/>
          </a:p>
          <a:p>
            <a:pPr algn="ctr">
              <a:defRPr sz="660">
                <a:solidFill>
                  <a:srgbClr val="415A77"/>
                </a:solidFill>
              </a:defRPr>
            </a:pPr>
            <a:r>
              <a:rPr lang="zh-CN" altLang="en-US" sz="660">
                <a:solidFill>
                  <a:srgbClr val="415A77"/>
                </a:solidFill>
                <a:latin typeface="微软雅黑"/>
                <a:ea typeface="微软雅黑"/>
              </a:rPr>
              <a:t>API VIP XX.XX.162.176:6443</a:t>
            </a:r>
            <a:endParaRPr lang="zh-CN" altLang="en-US" sz="660"/>
          </a:p>
        </p:txBody>
      </p:sp>
      <p:sp>
        <p:nvSpPr>
          <p:cNvPr id="30" name="Worker1"/>
          <p:cNvSpPr/>
          <p:nvPr/>
        </p:nvSpPr>
        <p:spPr>
          <a:xfrm>
            <a:off x="3490000" y="2620000"/>
            <a:ext cx="1306666" cy="560000"/>
          </a:xfrm>
          <a:prstGeom prst="roundRect">
            <a:avLst/>
          </a:prstGeom>
          <a:solidFill>
            <a:srgbClr val="4D81BD"/>
          </a:solidFill>
          <a:ln w="12700">
            <a:solidFill>
              <a:srgbClr val="FFFFFF"/>
            </a:solidFill>
          </a:ln>
        </p:spPr>
        <p:txBody>
          <a:bodyPr wrap="square" rtlCol="0" anchor="ctr" lIns="36000" rIns="36000" tIns="36000" bIns="36000">
            <a:noAutofit/>
          </a:bodyPr>
          <a:lstStyle/>
          <a:p>
            <a:pPr algn="ctr">
              <a:defRPr sz="760" b="1">
                <a:solidFill>
                  <a:srgbClr val="FFFFFF"/>
                </a:solidFill>
              </a:defRPr>
            </a:pPr>
            <a:r>
              <a:rPr lang="zh-CN" altLang="en-US" sz="760" b="1">
                <a:solidFill>
                  <a:srgbClr val="FFFFFF"/>
                </a:solidFill>
                <a:latin typeface="微软雅黑"/>
                <a:ea typeface="微软雅黑"/>
              </a:rPr>
              <a:t>ierp-p-k8s04</a:t>
            </a:r>
            <a:endParaRPr lang="zh-CN" altLang="en-US" sz="760" b="1"/>
          </a:p>
          <a:p>
            <a:pPr algn="ctr">
              <a:defRPr sz="620">
                <a:solidFill>
                  <a:srgbClr val="EAF4FF"/>
                </a:solidFill>
              </a:defRPr>
            </a:pPr>
            <a:r>
              <a:rPr lang="zh-CN" altLang="en-US" sz="620">
                <a:solidFill>
                  <a:srgbClr val="EAF4FF"/>
                </a:solidFill>
                <a:latin typeface="微软雅黑"/>
                <a:ea typeface="微软雅黑"/>
              </a:rPr>
              <a:t>XX.XX.162.96</a:t>
            </a:r>
            <a:endParaRPr lang="zh-CN" altLang="en-US" sz="620"/>
          </a:p>
          <a:p>
            <a:pPr algn="ctr">
              <a:defRPr sz="560">
                <a:solidFill>
                  <a:srgbClr val="EAF4FF"/>
                </a:solidFill>
              </a:defRPr>
            </a:pPr>
            <a:r>
              <a:rPr lang="zh-CN" altLang="en-US" sz="560">
                <a:solidFill>
                  <a:srgbClr val="EAF4FF"/>
                </a:solidFill>
                <a:latin typeface="微软雅黑"/>
                <a:ea typeface="微软雅黑"/>
              </a:rPr>
              <a:t>32C 128G 400G</a:t>
            </a:r>
            <a:endParaRPr lang="zh-CN" altLang="en-US" sz="560"/>
          </a:p>
        </p:txBody>
      </p:sp>
      <p:sp>
        <p:nvSpPr>
          <p:cNvPr id="31" name="Worker2"/>
          <p:cNvSpPr/>
          <p:nvPr/>
        </p:nvSpPr>
        <p:spPr>
          <a:xfrm>
            <a:off x="4896666" y="2620000"/>
            <a:ext cx="1306666" cy="560000"/>
          </a:xfrm>
          <a:prstGeom prst="roundRect">
            <a:avLst/>
          </a:prstGeom>
          <a:solidFill>
            <a:srgbClr val="4D81BD"/>
          </a:solidFill>
          <a:ln w="12700">
            <a:solidFill>
              <a:srgbClr val="FFFFFF"/>
            </a:solidFill>
          </a:ln>
        </p:spPr>
        <p:txBody>
          <a:bodyPr wrap="square" rtlCol="0" anchor="ctr" lIns="36000" rIns="36000" tIns="36000" bIns="36000">
            <a:noAutofit/>
          </a:bodyPr>
          <a:lstStyle/>
          <a:p>
            <a:pPr algn="ctr">
              <a:defRPr sz="760" b="1">
                <a:solidFill>
                  <a:srgbClr val="FFFFFF"/>
                </a:solidFill>
              </a:defRPr>
            </a:pPr>
            <a:r>
              <a:rPr lang="zh-CN" altLang="en-US" sz="760" b="1">
                <a:solidFill>
                  <a:srgbClr val="FFFFFF"/>
                </a:solidFill>
                <a:latin typeface="微软雅黑"/>
                <a:ea typeface="微软雅黑"/>
              </a:rPr>
              <a:t>ierp-p-k8s05</a:t>
            </a:r>
            <a:endParaRPr lang="zh-CN" altLang="en-US" sz="760" b="1"/>
          </a:p>
          <a:p>
            <a:pPr algn="ctr">
              <a:defRPr sz="620">
                <a:solidFill>
                  <a:srgbClr val="EAF4FF"/>
                </a:solidFill>
              </a:defRPr>
            </a:pPr>
            <a:r>
              <a:rPr lang="zh-CN" altLang="en-US" sz="620">
                <a:solidFill>
                  <a:srgbClr val="EAF4FF"/>
                </a:solidFill>
                <a:latin typeface="微软雅黑"/>
                <a:ea typeface="微软雅黑"/>
              </a:rPr>
              <a:t>XX.XX.162.97</a:t>
            </a:r>
            <a:endParaRPr lang="zh-CN" altLang="en-US" sz="620"/>
          </a:p>
          <a:p>
            <a:pPr algn="ctr">
              <a:defRPr sz="560">
                <a:solidFill>
                  <a:srgbClr val="EAF4FF"/>
                </a:solidFill>
              </a:defRPr>
            </a:pPr>
            <a:r>
              <a:rPr lang="zh-CN" altLang="en-US" sz="560">
                <a:solidFill>
                  <a:srgbClr val="EAF4FF"/>
                </a:solidFill>
                <a:latin typeface="微软雅黑"/>
                <a:ea typeface="微软雅黑"/>
              </a:rPr>
              <a:t>32C 128G 400G</a:t>
            </a:r>
            <a:endParaRPr lang="zh-CN" altLang="en-US" sz="560"/>
          </a:p>
        </p:txBody>
      </p:sp>
      <p:sp>
        <p:nvSpPr>
          <p:cNvPr id="32" name="Worker3"/>
          <p:cNvSpPr/>
          <p:nvPr/>
        </p:nvSpPr>
        <p:spPr>
          <a:xfrm>
            <a:off x="6303332" y="2620000"/>
            <a:ext cx="1306666" cy="560000"/>
          </a:xfrm>
          <a:prstGeom prst="roundRect">
            <a:avLst/>
          </a:prstGeom>
          <a:solidFill>
            <a:srgbClr val="4D81BD"/>
          </a:solidFill>
          <a:ln w="12700">
            <a:solidFill>
              <a:srgbClr val="FFFFFF"/>
            </a:solidFill>
          </a:ln>
        </p:spPr>
        <p:txBody>
          <a:bodyPr wrap="square" rtlCol="0" anchor="ctr" lIns="36000" rIns="36000" tIns="36000" bIns="36000">
            <a:noAutofit/>
          </a:bodyPr>
          <a:lstStyle/>
          <a:p>
            <a:pPr algn="ctr">
              <a:defRPr sz="760" b="1">
                <a:solidFill>
                  <a:srgbClr val="FFFFFF"/>
                </a:solidFill>
              </a:defRPr>
            </a:pPr>
            <a:r>
              <a:rPr lang="zh-CN" altLang="en-US" sz="760" b="1">
                <a:solidFill>
                  <a:srgbClr val="FFFFFF"/>
                </a:solidFill>
                <a:latin typeface="微软雅黑"/>
                <a:ea typeface="微软雅黑"/>
              </a:rPr>
              <a:t>ierp-p-k8s06</a:t>
            </a:r>
            <a:endParaRPr lang="zh-CN" altLang="en-US" sz="760" b="1"/>
          </a:p>
          <a:p>
            <a:pPr algn="ctr">
              <a:defRPr sz="620">
                <a:solidFill>
                  <a:srgbClr val="EAF4FF"/>
                </a:solidFill>
              </a:defRPr>
            </a:pPr>
            <a:r>
              <a:rPr lang="zh-CN" altLang="en-US" sz="620">
                <a:solidFill>
                  <a:srgbClr val="EAF4FF"/>
                </a:solidFill>
                <a:latin typeface="微软雅黑"/>
                <a:ea typeface="微软雅黑"/>
              </a:rPr>
              <a:t>XX.XX.162.98</a:t>
            </a:r>
            <a:endParaRPr lang="zh-CN" altLang="en-US" sz="620"/>
          </a:p>
          <a:p>
            <a:pPr algn="ctr">
              <a:defRPr sz="560">
                <a:solidFill>
                  <a:srgbClr val="EAF4FF"/>
                </a:solidFill>
              </a:defRPr>
            </a:pPr>
            <a:r>
              <a:rPr lang="zh-CN" altLang="en-US" sz="560">
                <a:solidFill>
                  <a:srgbClr val="EAF4FF"/>
                </a:solidFill>
                <a:latin typeface="微软雅黑"/>
                <a:ea typeface="微软雅黑"/>
              </a:rPr>
              <a:t>32C 128G 400G</a:t>
            </a:r>
            <a:endParaRPr lang="zh-CN" altLang="en-US" sz="560"/>
          </a:p>
        </p:txBody>
      </p:sp>
      <p:sp>
        <p:nvSpPr>
          <p:cNvPr id="33" name="Pod1"/>
          <p:cNvSpPr/>
          <p:nvPr/>
        </p:nvSpPr>
        <p:spPr>
          <a:xfrm>
            <a:off x="3490000" y="3320000"/>
            <a:ext cx="752000" cy="385200"/>
          </a:xfrm>
          <a:prstGeom prst="roundRect">
            <a:avLst/>
          </a:prstGeom>
          <a:solidFill>
            <a:srgbClr val="E8F3E8"/>
          </a:solidFill>
          <a:ln w="12700">
            <a:solidFill>
              <a:srgbClr val="7AA874"/>
            </a:solidFill>
          </a:ln>
        </p:spPr>
        <p:txBody>
          <a:bodyPr wrap="square" rtlCol="0" anchor="ctr" lIns="36000" rIns="36000" tIns="36000" bIns="36000">
            <a:noAutofit/>
          </a:bodyPr>
          <a:lstStyle/>
          <a:p>
            <a:pPr algn="ctr">
              <a:defRPr sz="780" b="1">
                <a:solidFill>
                  <a:srgbClr val="1F4E79"/>
                </a:solidFill>
              </a:defRPr>
            </a:pPr>
            <a:r>
              <a:rPr lang="zh-CN" altLang="en-US" sz="780" b="1">
                <a:solidFill>
                  <a:srgbClr val="1F4E79"/>
                </a:solidFill>
                <a:latin typeface="微软雅黑"/>
                <a:ea typeface="微软雅黑"/>
              </a:rPr>
              <a:t>mc x2</a:t>
            </a:r>
            <a:endParaRPr lang="zh-CN" altLang="en-US" sz="780" b="1"/>
          </a:p>
          <a:p>
            <a:pPr algn="ctr">
              <a:defRPr sz="600">
                <a:solidFill>
                  <a:srgbClr val="415A77"/>
                </a:solidFill>
              </a:defRPr>
            </a:pPr>
            <a:r>
              <a:rPr lang="zh-CN" altLang="en-US" sz="600">
                <a:solidFill>
                  <a:srgbClr val="415A77"/>
                </a:solidFill>
                <a:latin typeface="微软雅黑"/>
                <a:ea typeface="微软雅黑"/>
              </a:rPr>
              <a:t>管理中心 2C 8G</a:t>
            </a:r>
            <a:endParaRPr lang="zh-CN" altLang="en-US" sz="600"/>
          </a:p>
          <a:p>
            <a:pPr algn="ctr">
              <a:defRPr sz="600">
                <a:solidFill>
                  <a:srgbClr val="415A77"/>
                </a:solidFill>
              </a:defRPr>
            </a:pPr>
            <a:r>
              <a:rPr lang="zh-CN" altLang="en-US" sz="600">
                <a:solidFill>
                  <a:srgbClr val="415A77"/>
                </a:solidFill>
                <a:latin typeface="微软雅黑"/>
                <a:ea typeface="微软雅黑"/>
              </a:rPr>
              <a:t>8080 -&gt; 30001</a:t>
            </a:r>
            <a:endParaRPr lang="zh-CN" altLang="en-US" sz="600"/>
          </a:p>
        </p:txBody>
      </p:sp>
      <p:sp>
        <p:nvSpPr>
          <p:cNvPr id="34" name="Pod2"/>
          <p:cNvSpPr/>
          <p:nvPr/>
        </p:nvSpPr>
        <p:spPr>
          <a:xfrm>
            <a:off x="4332000" y="3320000"/>
            <a:ext cx="752000" cy="385200"/>
          </a:xfrm>
          <a:prstGeom prst="roundRect">
            <a:avLst/>
          </a:prstGeom>
          <a:solidFill>
            <a:srgbClr val="E8F3E8"/>
          </a:solidFill>
          <a:ln w="12700">
            <a:solidFill>
              <a:srgbClr val="7AA874"/>
            </a:solidFill>
          </a:ln>
        </p:spPr>
        <p:txBody>
          <a:bodyPr wrap="square" rtlCol="0" anchor="ctr" lIns="36000" rIns="36000" tIns="36000" bIns="36000">
            <a:noAutofit/>
          </a:bodyPr>
          <a:lstStyle/>
          <a:p>
            <a:pPr algn="ctr">
              <a:defRPr sz="780" b="1">
                <a:solidFill>
                  <a:srgbClr val="1F4E79"/>
                </a:solidFill>
              </a:defRPr>
            </a:pPr>
            <a:r>
              <a:rPr lang="zh-CN" altLang="en-US" sz="780" b="1">
                <a:solidFill>
                  <a:srgbClr val="1F4E79"/>
                </a:solidFill>
                <a:latin typeface="微软雅黑"/>
                <a:ea typeface="微软雅黑"/>
              </a:rPr>
              <a:t>fileserver x2</a:t>
            </a:r>
            <a:endParaRPr lang="zh-CN" altLang="en-US" sz="780" b="1"/>
          </a:p>
          <a:p>
            <a:pPr algn="ctr">
              <a:defRPr sz="600">
                <a:solidFill>
                  <a:srgbClr val="415A77"/>
                </a:solidFill>
              </a:defRPr>
            </a:pPr>
            <a:r>
              <a:rPr lang="zh-CN" altLang="en-US" sz="600">
                <a:solidFill>
                  <a:srgbClr val="415A77"/>
                </a:solidFill>
                <a:latin typeface="微软雅黑"/>
                <a:ea typeface="微软雅黑"/>
              </a:rPr>
              <a:t>文件服务器 2C 8G</a:t>
            </a:r>
            <a:endParaRPr lang="zh-CN" altLang="en-US" sz="600"/>
          </a:p>
          <a:p>
            <a:pPr algn="ctr">
              <a:defRPr sz="600">
                <a:solidFill>
                  <a:srgbClr val="415A77"/>
                </a:solidFill>
              </a:defRPr>
            </a:pPr>
            <a:r>
              <a:rPr lang="zh-CN" altLang="en-US" sz="600">
                <a:solidFill>
                  <a:srgbClr val="415A77"/>
                </a:solidFill>
                <a:latin typeface="微软雅黑"/>
                <a:ea typeface="微软雅黑"/>
              </a:rPr>
              <a:t>8080 -&gt; 30003</a:t>
            </a:r>
            <a:endParaRPr lang="zh-CN" altLang="en-US" sz="600"/>
          </a:p>
          <a:p>
            <a:pPr algn="ctr">
              <a:defRPr sz="540">
                <a:solidFill>
                  <a:srgbClr val="6C757D"/>
                </a:solidFill>
              </a:defRPr>
            </a:pPr>
            <a:r>
              <a:rPr lang="zh-CN" altLang="en-US" sz="540">
                <a:solidFill>
                  <a:srgbClr val="6C757D"/>
                </a:solidFill>
                <a:latin typeface="微软雅黑"/>
                <a:ea typeface="微软雅黑"/>
              </a:rPr>
              <a:t>.../fileserver</a:t>
            </a:r>
            <a:endParaRPr lang="zh-CN" altLang="en-US" sz="540"/>
          </a:p>
        </p:txBody>
      </p:sp>
      <p:sp>
        <p:nvSpPr>
          <p:cNvPr id="35" name="Pod3"/>
          <p:cNvSpPr/>
          <p:nvPr/>
        </p:nvSpPr>
        <p:spPr>
          <a:xfrm>
            <a:off x="5174000" y="3320000"/>
            <a:ext cx="752000" cy="385200"/>
          </a:xfrm>
          <a:prstGeom prst="roundRect">
            <a:avLst/>
          </a:prstGeom>
          <a:solidFill>
            <a:srgbClr val="E8F3E8"/>
          </a:solidFill>
          <a:ln w="12700">
            <a:solidFill>
              <a:srgbClr val="7AA874"/>
            </a:solidFill>
          </a:ln>
        </p:spPr>
        <p:txBody>
          <a:bodyPr wrap="square" rtlCol="0" anchor="ctr" lIns="36000" rIns="36000" tIns="36000" bIns="36000">
            <a:noAutofit/>
          </a:bodyPr>
          <a:lstStyle/>
          <a:p>
            <a:pPr algn="ctr">
              <a:defRPr sz="780" b="1">
                <a:solidFill>
                  <a:srgbClr val="1F4E79"/>
                </a:solidFill>
              </a:defRPr>
            </a:pPr>
            <a:r>
              <a:rPr lang="zh-CN" altLang="en-US" sz="780" b="1">
                <a:solidFill>
                  <a:srgbClr val="1F4E79"/>
                </a:solidFill>
                <a:latin typeface="微软雅黑"/>
                <a:ea typeface="微软雅黑"/>
              </a:rPr>
              <a:t>web x2</a:t>
            </a:r>
            <a:endParaRPr lang="zh-CN" altLang="en-US" sz="780" b="1"/>
          </a:p>
          <a:p>
            <a:pPr algn="ctr">
              <a:defRPr sz="600">
                <a:solidFill>
                  <a:srgbClr val="415A77"/>
                </a:solidFill>
              </a:defRPr>
            </a:pPr>
            <a:r>
              <a:rPr lang="zh-CN" altLang="en-US" sz="600">
                <a:solidFill>
                  <a:srgbClr val="415A77"/>
                </a:solidFill>
                <a:latin typeface="微软雅黑"/>
                <a:ea typeface="微软雅黑"/>
              </a:rPr>
              <a:t>web 2C 8G</a:t>
            </a:r>
            <a:endParaRPr lang="zh-CN" altLang="en-US" sz="600"/>
          </a:p>
          <a:p>
            <a:pPr algn="ctr">
              <a:defRPr sz="600">
                <a:solidFill>
                  <a:srgbClr val="415A77"/>
                </a:solidFill>
              </a:defRPr>
            </a:pPr>
            <a:r>
              <a:rPr lang="zh-CN" altLang="en-US" sz="600">
                <a:solidFill>
                  <a:srgbClr val="415A77"/>
                </a:solidFill>
                <a:latin typeface="微软雅黑"/>
                <a:ea typeface="微软雅黑"/>
              </a:rPr>
              <a:t>8080 -&gt; 30002</a:t>
            </a:r>
            <a:endParaRPr lang="zh-CN" altLang="en-US" sz="600"/>
          </a:p>
          <a:p>
            <a:pPr algn="ctr">
              <a:defRPr sz="540">
                <a:solidFill>
                  <a:srgbClr val="6C757D"/>
                </a:solidFill>
              </a:defRPr>
            </a:pPr>
            <a:r>
              <a:rPr lang="zh-CN" altLang="en-US" sz="540">
                <a:solidFill>
                  <a:srgbClr val="6C757D"/>
                </a:solidFill>
                <a:latin typeface="微软雅黑"/>
                <a:ea typeface="微软雅黑"/>
              </a:rPr>
              <a:t>/kingdee/nfsdata/…</a:t>
            </a:r>
            <a:endParaRPr lang="zh-CN" altLang="en-US" sz="540"/>
          </a:p>
        </p:txBody>
      </p:sp>
      <p:sp>
        <p:nvSpPr>
          <p:cNvPr id="36" name="Pod4"/>
          <p:cNvSpPr/>
          <p:nvPr/>
        </p:nvSpPr>
        <p:spPr>
          <a:xfrm>
            <a:off x="6016000" y="3320000"/>
            <a:ext cx="752000" cy="385200"/>
          </a:xfrm>
          <a:prstGeom prst="roundRect">
            <a:avLst/>
          </a:prstGeom>
          <a:solidFill>
            <a:srgbClr val="E8F3E8"/>
          </a:solidFill>
          <a:ln w="12700">
            <a:solidFill>
              <a:srgbClr val="7AA874"/>
            </a:solidFill>
          </a:ln>
        </p:spPr>
        <p:txBody>
          <a:bodyPr wrap="square" rtlCol="0" anchor="ctr" lIns="36000" rIns="36000" tIns="36000" bIns="36000">
            <a:noAutofit/>
          </a:bodyPr>
          <a:lstStyle/>
          <a:p>
            <a:pPr algn="ctr">
              <a:defRPr sz="780" b="1">
                <a:solidFill>
                  <a:srgbClr val="1F4E79"/>
                </a:solidFill>
              </a:defRPr>
            </a:pPr>
            <a:r>
              <a:rPr lang="zh-CN" altLang="en-US" sz="780" b="1">
                <a:solidFill>
                  <a:srgbClr val="1F4E79"/>
                </a:solidFill>
                <a:latin typeface="微软雅黑"/>
                <a:ea typeface="微软雅黑"/>
              </a:rPr>
              <a:t>mservice x2</a:t>
            </a:r>
            <a:endParaRPr lang="zh-CN" altLang="en-US" sz="780" b="1"/>
          </a:p>
          <a:p>
            <a:pPr algn="ctr">
              <a:defRPr sz="600">
                <a:solidFill>
                  <a:srgbClr val="415A77"/>
                </a:solidFill>
              </a:defRPr>
            </a:pPr>
            <a:r>
              <a:rPr lang="zh-CN" altLang="en-US" sz="600">
                <a:solidFill>
                  <a:srgbClr val="415A77"/>
                </a:solidFill>
                <a:latin typeface="微软雅黑"/>
                <a:ea typeface="微软雅黑"/>
              </a:rPr>
              <a:t>业务微服务 2C 8G</a:t>
            </a:r>
            <a:endParaRPr lang="zh-CN" altLang="en-US" sz="600"/>
          </a:p>
          <a:p>
            <a:pPr algn="ctr">
              <a:defRPr sz="600">
                <a:solidFill>
                  <a:srgbClr val="415A77"/>
                </a:solidFill>
              </a:defRPr>
            </a:pPr>
            <a:r>
              <a:rPr lang="zh-CN" altLang="en-US" sz="600">
                <a:solidFill>
                  <a:srgbClr val="415A77"/>
                </a:solidFill>
                <a:latin typeface="微软雅黑"/>
                <a:ea typeface="微软雅黑"/>
              </a:rPr>
              <a:t>8080 -&gt; 30002</a:t>
            </a:r>
            <a:endParaRPr lang="zh-CN" altLang="en-US" sz="600"/>
          </a:p>
          <a:p>
            <a:pPr algn="ctr">
              <a:defRPr sz="540">
                <a:solidFill>
                  <a:srgbClr val="6C757D"/>
                </a:solidFill>
              </a:defRPr>
            </a:pPr>
            <a:r>
              <a:rPr lang="zh-CN" altLang="en-US" sz="540">
                <a:solidFill>
                  <a:srgbClr val="6C757D"/>
                </a:solidFill>
                <a:latin typeface="微软雅黑"/>
                <a:ea typeface="微软雅黑"/>
              </a:rPr>
              <a:t>.../mservicelogs</a:t>
            </a:r>
            <a:endParaRPr lang="zh-CN" altLang="en-US" sz="540"/>
          </a:p>
        </p:txBody>
      </p:sp>
      <p:sp>
        <p:nvSpPr>
          <p:cNvPr id="37" name="Pod5"/>
          <p:cNvSpPr/>
          <p:nvPr/>
        </p:nvSpPr>
        <p:spPr>
          <a:xfrm>
            <a:off x="6858000" y="3320000"/>
            <a:ext cx="752000" cy="385200"/>
          </a:xfrm>
          <a:prstGeom prst="roundRect">
            <a:avLst/>
          </a:prstGeom>
          <a:solidFill>
            <a:srgbClr val="E8F3E8"/>
          </a:solidFill>
          <a:ln w="12700">
            <a:solidFill>
              <a:srgbClr val="7AA874"/>
            </a:solidFill>
          </a:ln>
        </p:spPr>
        <p:txBody>
          <a:bodyPr wrap="square" rtlCol="0" anchor="ctr" lIns="36000" rIns="36000" tIns="36000" bIns="36000">
            <a:noAutofit/>
          </a:bodyPr>
          <a:lstStyle/>
          <a:p>
            <a:pPr algn="ctr">
              <a:defRPr sz="780" b="1">
                <a:solidFill>
                  <a:srgbClr val="1F4E79"/>
                </a:solidFill>
              </a:defRPr>
            </a:pPr>
            <a:r>
              <a:rPr lang="zh-CN" altLang="en-US" sz="780" b="1">
                <a:solidFill>
                  <a:srgbClr val="1F4E79"/>
                </a:solidFill>
                <a:latin typeface="微软雅黑"/>
                <a:ea typeface="微软雅黑"/>
              </a:rPr>
              <a:t>mservice-qing x2</a:t>
            </a:r>
            <a:endParaRPr lang="zh-CN" altLang="en-US" sz="780" b="1"/>
          </a:p>
          <a:p>
            <a:pPr algn="ctr">
              <a:defRPr sz="600">
                <a:solidFill>
                  <a:srgbClr val="415A77"/>
                </a:solidFill>
              </a:defRPr>
            </a:pPr>
            <a:r>
              <a:rPr lang="zh-CN" altLang="en-US" sz="600">
                <a:solidFill>
                  <a:srgbClr val="415A77"/>
                </a:solidFill>
                <a:latin typeface="微软雅黑"/>
                <a:ea typeface="微软雅黑"/>
              </a:rPr>
              <a:t>轻分析 2C 8G</a:t>
            </a:r>
            <a:endParaRPr lang="zh-CN" altLang="en-US" sz="600"/>
          </a:p>
          <a:p>
            <a:pPr algn="ctr">
              <a:defRPr sz="600">
                <a:solidFill>
                  <a:srgbClr val="415A77"/>
                </a:solidFill>
              </a:defRPr>
            </a:pPr>
            <a:r>
              <a:rPr lang="zh-CN" altLang="en-US" sz="600">
                <a:solidFill>
                  <a:srgbClr val="415A77"/>
                </a:solidFill>
                <a:latin typeface="微软雅黑"/>
                <a:ea typeface="微软雅黑"/>
              </a:rPr>
              <a:t>8080 -&gt; 30002</a:t>
            </a:r>
            <a:endParaRPr lang="zh-CN" altLang="en-US" sz="600"/>
          </a:p>
          <a:p>
            <a:pPr algn="ctr">
              <a:defRPr sz="540">
                <a:solidFill>
                  <a:srgbClr val="6C757D"/>
                </a:solidFill>
              </a:defRPr>
            </a:pPr>
            <a:r>
              <a:rPr lang="zh-CN" altLang="en-US" sz="540">
                <a:solidFill>
                  <a:srgbClr val="6C757D"/>
                </a:solidFill>
                <a:latin typeface="微软雅黑"/>
                <a:ea typeface="微软雅黑"/>
              </a:rPr>
              <a:t>/kingdee/nfsdata/…</a:t>
            </a:r>
            <a:endParaRPr lang="zh-CN" altLang="en-US" sz="540"/>
          </a:p>
        </p:txBody>
      </p:sp>
      <p:cxnSp>
        <p:nvCxnSpPr>
          <p:cNvPr id="38" name="Connector 38"/>
          <p:cNvCxnSpPr/>
          <p:nvPr/>
        </p:nvCxnSpPr>
        <p:spPr>
          <a:xfrm>
            <a:off x="2750000" y="2130000"/>
            <a:ext cx="600000" cy="920000"/>
          </a:xfrm>
          <a:prstGeom prst="line">
            <a:avLst/>
          </a:prstGeom>
          <a:ln w="25400">
            <a:solidFill>
              <a:srgbClr val="214D8A"/>
            </a:solidFill>
            <a:tailEnd type="stealth"/>
          </a:ln>
        </p:spPr>
      </p:cxnSp>
      <p:sp>
        <p:nvSpPr>
          <p:cNvPr id="39" name="LineLabel"/>
          <p:cNvSpPr/>
          <p:nvPr/>
        </p:nvSpPr>
        <p:spPr>
          <a:xfrm>
            <a:off x="2725000" y="2490000"/>
            <a:ext cx="650000" cy="200000"/>
          </a:xfrm>
          <a:prstGeom prst="roundRect">
            <a:avLst/>
          </a:prstGeom>
          <a:solidFill>
            <a:srgbClr val="FFFFFF"/>
          </a:solidFill>
          <a:ln w="12700">
            <a:solidFill>
              <a:srgbClr val="214D8A"/>
            </a:solidFill>
          </a:ln>
        </p:spPr>
        <p:txBody>
          <a:bodyPr wrap="square" rtlCol="0" anchor="ctr" lIns="36000" rIns="36000" tIns="36000" bIns="36000">
            <a:noAutofit/>
          </a:bodyPr>
          <a:lstStyle/>
          <a:p>
            <a:pPr algn="ctr">
              <a:defRPr sz="620" b="1">
                <a:solidFill>
                  <a:srgbClr val="214D8A"/>
                </a:solidFill>
              </a:defRPr>
            </a:pPr>
            <a:r>
              <a:rPr lang="zh-CN" altLang="en-US" sz="620" b="1">
                <a:solidFill>
                  <a:srgbClr val="214D8A"/>
                </a:solidFill>
                <a:latin typeface="微软雅黑"/>
                <a:ea typeface="微软雅黑"/>
              </a:rPr>
              <a:t>30001,30002,6…</a:t>
            </a:r>
            <a:endParaRPr lang="zh-CN" altLang="en-US" sz="620" b="1"/>
          </a:p>
        </p:txBody>
      </p:sp>
      <p:cxnSp>
        <p:nvCxnSpPr>
          <p:cNvPr id="40" name="Connector 40"/>
          <p:cNvCxnSpPr/>
          <p:nvPr/>
        </p:nvCxnSpPr>
        <p:spPr>
          <a:xfrm flipH="1">
            <a:off x="3870000" y="2040000"/>
            <a:ext cx="535000" cy="60000"/>
          </a:xfrm>
          <a:prstGeom prst="line">
            <a:avLst/>
          </a:prstGeom>
          <a:ln w="25400">
            <a:solidFill>
              <a:srgbClr val="2E8B57"/>
            </a:solidFill>
            <a:tailEnd type="stealth"/>
          </a:ln>
        </p:spPr>
      </p:cxnSp>
      <p:cxnSp>
        <p:nvCxnSpPr>
          <p:cNvPr id="41" name="Connector 41"/>
          <p:cNvCxnSpPr/>
          <p:nvPr/>
        </p:nvCxnSpPr>
        <p:spPr>
          <a:xfrm flipH="1" flipV="1">
            <a:off x="5700000" y="1660000"/>
            <a:ext cx="2050000" cy="1000000"/>
          </a:xfrm>
          <a:prstGeom prst="line">
            <a:avLst/>
          </a:prstGeom>
          <a:ln w="25400">
            <a:solidFill>
              <a:srgbClr val="5B8E7D"/>
            </a:solidFill>
            <a:tailEnd type="stealth"/>
          </a:ln>
        </p:spPr>
      </p:cxnSp>
      <p:sp>
        <p:nvSpPr>
          <p:cNvPr id="42" name="pgShell"/>
          <p:cNvSpPr/>
          <p:nvPr/>
        </p:nvSpPr>
        <p:spPr>
          <a:xfrm>
            <a:off x="8280000" y="1480000"/>
            <a:ext cx="3040000" cy="1080000"/>
          </a:xfrm>
          <a:prstGeom prst="roundRect">
            <a:avLst/>
          </a:prstGeom>
          <a:solidFill>
            <a:srgbClr val="F6E5DE"/>
          </a:solidFill>
          <a:ln w="19050">
            <a:solidFill>
              <a:srgbClr val="A23B1E"/>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43" name="pgTitle"/>
          <p:cNvSpPr txBox="1"/>
          <p:nvPr/>
        </p:nvSpPr>
        <p:spPr>
          <a:xfrm>
            <a:off x="8370000" y="1550000"/>
            <a:ext cx="2860000" cy="240000"/>
          </a:xfrm>
          <a:prstGeom prst="rect">
            <a:avLst/>
          </a:prstGeom>
          <a:noFill/>
        </p:spPr>
        <p:txBody>
          <a:bodyPr wrap="square" rtlCol="0" anchor="ctr" lIns="36000" rIns="36000" tIns="36000" bIns="36000">
            <a:noAutofit/>
          </a:bodyPr>
          <a:lstStyle/>
          <a:p>
            <a:pPr algn="l">
              <a:defRPr sz="880" b="1">
                <a:solidFill>
                  <a:srgbClr val="A23B1E"/>
                </a:solidFill>
              </a:defRPr>
            </a:pPr>
            <a:r>
              <a:rPr lang="zh-CN" altLang="en-US" sz="880" b="1">
                <a:solidFill>
                  <a:srgbClr val="A23B1E"/>
                </a:solidFill>
                <a:latin typeface="微软雅黑"/>
                <a:ea typeface="微软雅黑"/>
              </a:rPr>
              <a:t>关系数据库</a:t>
            </a:r>
            <a:endParaRPr lang="zh-CN" altLang="en-US" sz="880" b="1"/>
          </a:p>
        </p:txBody>
      </p:sp>
      <p:sp>
        <p:nvSpPr>
          <p:cNvPr id="44" name="pgServer1"/>
          <p:cNvSpPr/>
          <p:nvPr/>
        </p:nvSpPr>
        <p:spPr>
          <a:xfrm>
            <a:off x="8370000" y="1870000"/>
            <a:ext cx="906666" cy="600000"/>
          </a:xfrm>
          <a:prstGeom prst="roundRect">
            <a:avLst/>
          </a:prstGeom>
          <a:solidFill>
            <a:srgbClr val="FCEEE8"/>
          </a:solidFill>
          <a:ln w="12700">
            <a:solidFill>
              <a:srgbClr val="A23B1E"/>
            </a:solidFill>
          </a:ln>
        </p:spPr>
        <p:txBody>
          <a:bodyPr wrap="square" rtlCol="0" anchor="ctr" lIns="36000" rIns="36000" tIns="36000" bIns="36000">
            <a:noAutofit/>
          </a:bodyPr>
          <a:lstStyle/>
          <a:p>
            <a:pPr algn="ctr">
              <a:defRPr sz="760" b="1">
                <a:solidFill>
                  <a:srgbClr val="7A2E17"/>
                </a:solidFill>
              </a:defRPr>
            </a:pPr>
            <a:r>
              <a:rPr lang="zh-CN" altLang="en-US" sz="760" b="1">
                <a:solidFill>
                  <a:srgbClr val="7A2E17"/>
                </a:solidFill>
                <a:latin typeface="微软雅黑"/>
                <a:ea typeface="微软雅黑"/>
              </a:rPr>
              <a:t>ierp-p-dm1-db1</a:t>
            </a:r>
            <a:endParaRPr lang="zh-CN" altLang="en-US" sz="760" b="1"/>
          </a:p>
          <a:p>
            <a:pPr algn="ctr">
              <a:defRPr sz="620">
                <a:solidFill>
                  <a:srgbClr val="5C4033"/>
                </a:solidFill>
              </a:defRPr>
            </a:pPr>
            <a:r>
              <a:rPr lang="zh-CN" altLang="en-US" sz="620">
                <a:solidFill>
                  <a:srgbClr val="5C4033"/>
                </a:solidFill>
                <a:latin typeface="微软雅黑"/>
                <a:ea typeface="微软雅黑"/>
              </a:rPr>
              <a:t>XX.XX.162.18</a:t>
            </a:r>
            <a:endParaRPr lang="zh-CN" altLang="en-US" sz="620"/>
          </a:p>
          <a:p>
            <a:pPr algn="ctr">
              <a:defRPr sz="620">
                <a:solidFill>
                  <a:srgbClr val="5C4033"/>
                </a:solidFill>
              </a:defRPr>
            </a:pPr>
            <a:r>
              <a:rPr lang="zh-CN" altLang="en-US" sz="620">
                <a:solidFill>
                  <a:srgbClr val="5C4033"/>
                </a:solidFill>
                <a:latin typeface="微软雅黑"/>
                <a:ea typeface="微软雅黑"/>
              </a:rPr>
              <a:t>端口 5236</a:t>
            </a:r>
            <a:endParaRPr lang="zh-CN" altLang="en-US" sz="620"/>
          </a:p>
          <a:p>
            <a:pPr algn="ctr">
              <a:defRPr sz="560">
                <a:solidFill>
                  <a:srgbClr val="5C4033"/>
                </a:solidFill>
              </a:defRPr>
            </a:pPr>
            <a:r>
              <a:rPr lang="zh-CN" altLang="en-US" sz="560">
                <a:solidFill>
                  <a:srgbClr val="5C4033"/>
                </a:solidFill>
                <a:latin typeface="微软雅黑"/>
                <a:ea typeface="微软雅黑"/>
              </a:rPr>
              <a:t>32C 256G 4096G</a:t>
            </a:r>
            <a:endParaRPr lang="zh-CN" altLang="en-US" sz="560"/>
          </a:p>
        </p:txBody>
      </p:sp>
      <p:sp>
        <p:nvSpPr>
          <p:cNvPr id="45" name="pgServer2"/>
          <p:cNvSpPr/>
          <p:nvPr/>
        </p:nvSpPr>
        <p:spPr>
          <a:xfrm>
            <a:off x="9346666" y="1870000"/>
            <a:ext cx="906666" cy="600000"/>
          </a:xfrm>
          <a:prstGeom prst="roundRect">
            <a:avLst/>
          </a:prstGeom>
          <a:solidFill>
            <a:srgbClr val="FCEEE8"/>
          </a:solidFill>
          <a:ln w="12700">
            <a:solidFill>
              <a:srgbClr val="A23B1E"/>
            </a:solidFill>
          </a:ln>
        </p:spPr>
        <p:txBody>
          <a:bodyPr wrap="square" rtlCol="0" anchor="ctr" lIns="36000" rIns="36000" tIns="36000" bIns="36000">
            <a:noAutofit/>
          </a:bodyPr>
          <a:lstStyle/>
          <a:p>
            <a:pPr algn="ctr">
              <a:defRPr sz="760" b="1">
                <a:solidFill>
                  <a:srgbClr val="7A2E17"/>
                </a:solidFill>
              </a:defRPr>
            </a:pPr>
            <a:r>
              <a:rPr lang="zh-CN" altLang="en-US" sz="760" b="1">
                <a:solidFill>
                  <a:srgbClr val="7A2E17"/>
                </a:solidFill>
                <a:latin typeface="微软雅黑"/>
                <a:ea typeface="微软雅黑"/>
              </a:rPr>
              <a:t>ierp-p-dm1-db2</a:t>
            </a:r>
            <a:endParaRPr lang="zh-CN" altLang="en-US" sz="760" b="1"/>
          </a:p>
          <a:p>
            <a:pPr algn="ctr">
              <a:defRPr sz="620">
                <a:solidFill>
                  <a:srgbClr val="5C4033"/>
                </a:solidFill>
              </a:defRPr>
            </a:pPr>
            <a:r>
              <a:rPr lang="zh-CN" altLang="en-US" sz="620">
                <a:solidFill>
                  <a:srgbClr val="5C4033"/>
                </a:solidFill>
                <a:latin typeface="微软雅黑"/>
                <a:ea typeface="微软雅黑"/>
              </a:rPr>
              <a:t>XX.XX.162.19</a:t>
            </a:r>
            <a:endParaRPr lang="zh-CN" altLang="en-US" sz="620"/>
          </a:p>
          <a:p>
            <a:pPr algn="ctr">
              <a:defRPr sz="620">
                <a:solidFill>
                  <a:srgbClr val="5C4033"/>
                </a:solidFill>
              </a:defRPr>
            </a:pPr>
            <a:r>
              <a:rPr lang="zh-CN" altLang="en-US" sz="620">
                <a:solidFill>
                  <a:srgbClr val="5C4033"/>
                </a:solidFill>
                <a:latin typeface="微软雅黑"/>
                <a:ea typeface="微软雅黑"/>
              </a:rPr>
              <a:t>端口 5236</a:t>
            </a:r>
            <a:endParaRPr lang="zh-CN" altLang="en-US" sz="620"/>
          </a:p>
          <a:p>
            <a:pPr algn="ctr">
              <a:defRPr sz="560">
                <a:solidFill>
                  <a:srgbClr val="5C4033"/>
                </a:solidFill>
              </a:defRPr>
            </a:pPr>
            <a:r>
              <a:rPr lang="zh-CN" altLang="en-US" sz="560">
                <a:solidFill>
                  <a:srgbClr val="5C4033"/>
                </a:solidFill>
                <a:latin typeface="微软雅黑"/>
                <a:ea typeface="微软雅黑"/>
              </a:rPr>
              <a:t>32C 256G 4096G</a:t>
            </a:r>
            <a:endParaRPr lang="zh-CN" altLang="en-US" sz="560"/>
          </a:p>
        </p:txBody>
      </p:sp>
      <p:sp>
        <p:nvSpPr>
          <p:cNvPr id="46" name="pgServer3"/>
          <p:cNvSpPr/>
          <p:nvPr/>
        </p:nvSpPr>
        <p:spPr>
          <a:xfrm>
            <a:off x="10323332" y="1870000"/>
            <a:ext cx="906666" cy="600000"/>
          </a:xfrm>
          <a:prstGeom prst="roundRect">
            <a:avLst/>
          </a:prstGeom>
          <a:solidFill>
            <a:srgbClr val="FCEEE8"/>
          </a:solidFill>
          <a:ln w="12700">
            <a:solidFill>
              <a:srgbClr val="A23B1E"/>
            </a:solidFill>
          </a:ln>
        </p:spPr>
        <p:txBody>
          <a:bodyPr wrap="square" rtlCol="0" anchor="ctr" lIns="36000" rIns="36000" tIns="36000" bIns="36000">
            <a:noAutofit/>
          </a:bodyPr>
          <a:lstStyle/>
          <a:p>
            <a:pPr algn="ctr">
              <a:defRPr sz="760" b="1">
                <a:solidFill>
                  <a:srgbClr val="7A2E17"/>
                </a:solidFill>
              </a:defRPr>
            </a:pPr>
            <a:r>
              <a:rPr lang="zh-CN" altLang="en-US" sz="760" b="1">
                <a:solidFill>
                  <a:srgbClr val="7A2E17"/>
                </a:solidFill>
                <a:latin typeface="微软雅黑"/>
                <a:ea typeface="微软雅黑"/>
              </a:rPr>
              <a:t>ierp-p-dm1-monitor</a:t>
            </a:r>
            <a:endParaRPr lang="zh-CN" altLang="en-US" sz="760" b="1"/>
          </a:p>
          <a:p>
            <a:pPr algn="ctr">
              <a:defRPr sz="620">
                <a:solidFill>
                  <a:srgbClr val="5C4033"/>
                </a:solidFill>
              </a:defRPr>
            </a:pPr>
            <a:r>
              <a:rPr lang="zh-CN" altLang="en-US" sz="620">
                <a:solidFill>
                  <a:srgbClr val="5C4033"/>
                </a:solidFill>
                <a:latin typeface="微软雅黑"/>
                <a:ea typeface="微软雅黑"/>
              </a:rPr>
              <a:t>XX.XX.162.28</a:t>
            </a:r>
            <a:endParaRPr lang="zh-CN" altLang="en-US" sz="620"/>
          </a:p>
          <a:p>
            <a:pPr algn="ctr">
              <a:defRPr sz="620">
                <a:solidFill>
                  <a:srgbClr val="5C4033"/>
                </a:solidFill>
              </a:defRPr>
            </a:pPr>
            <a:r>
              <a:rPr lang="zh-CN" altLang="en-US" sz="620">
                <a:solidFill>
                  <a:srgbClr val="5C4033"/>
                </a:solidFill>
                <a:latin typeface="微软雅黑"/>
                <a:ea typeface="微软雅黑"/>
              </a:rPr>
              <a:t>端口 5236</a:t>
            </a:r>
            <a:endParaRPr lang="zh-CN" altLang="en-US" sz="620"/>
          </a:p>
          <a:p>
            <a:pPr algn="ctr">
              <a:defRPr sz="560">
                <a:solidFill>
                  <a:srgbClr val="5C4033"/>
                </a:solidFill>
              </a:defRPr>
            </a:pPr>
            <a:r>
              <a:rPr lang="zh-CN" altLang="en-US" sz="560">
                <a:solidFill>
                  <a:srgbClr val="5C4033"/>
                </a:solidFill>
                <a:latin typeface="微软雅黑"/>
                <a:ea typeface="微软雅黑"/>
              </a:rPr>
              <a:t>16C 64G 512G</a:t>
            </a:r>
            <a:endParaRPr lang="zh-CN" altLang="en-US" sz="560"/>
          </a:p>
        </p:txBody>
      </p:sp>
      <p:cxnSp>
        <p:nvCxnSpPr>
          <p:cNvPr id="47" name="Connector 47"/>
          <p:cNvCxnSpPr/>
          <p:nvPr/>
        </p:nvCxnSpPr>
        <p:spPr>
          <a:xfrm flipV="1">
            <a:off x="7750000" y="2020000"/>
            <a:ext cx="530000" cy="1030000"/>
          </a:xfrm>
          <a:prstGeom prst="line">
            <a:avLst/>
          </a:prstGeom>
          <a:ln w="25400">
            <a:solidFill>
              <a:srgbClr val="A23B1E"/>
            </a:solidFill>
            <a:tailEnd type="stealth"/>
          </a:ln>
        </p:spPr>
      </p:cxnSp>
      <p:sp>
        <p:nvSpPr>
          <p:cNvPr id="48" name="LineLabel"/>
          <p:cNvSpPr/>
          <p:nvPr/>
        </p:nvSpPr>
        <p:spPr>
          <a:xfrm>
            <a:off x="7755000" y="2445000"/>
            <a:ext cx="520000" cy="180000"/>
          </a:xfrm>
          <a:prstGeom prst="roundRect">
            <a:avLst/>
          </a:prstGeom>
          <a:solidFill>
            <a:srgbClr val="FFFFFF"/>
          </a:solidFill>
          <a:ln w="12700">
            <a:solidFill>
              <a:srgbClr val="A23B1E"/>
            </a:solidFill>
          </a:ln>
        </p:spPr>
        <p:txBody>
          <a:bodyPr wrap="square" rtlCol="0" anchor="ctr" lIns="36000" rIns="36000" tIns="36000" bIns="36000">
            <a:noAutofit/>
          </a:bodyPr>
          <a:lstStyle/>
          <a:p>
            <a:pPr algn="ctr">
              <a:defRPr sz="620" b="1">
                <a:solidFill>
                  <a:srgbClr val="A23B1E"/>
                </a:solidFill>
              </a:defRPr>
            </a:pPr>
            <a:r>
              <a:rPr lang="zh-CN" altLang="en-US" sz="620" b="1">
                <a:solidFill>
                  <a:srgbClr val="A23B1E"/>
                </a:solidFill>
                <a:latin typeface="微软雅黑"/>
                <a:ea typeface="微软雅黑"/>
              </a:rPr>
              <a:t>5236</a:t>
            </a:r>
            <a:endParaRPr lang="zh-CN" altLang="en-US" sz="620" b="1"/>
          </a:p>
        </p:txBody>
      </p:sp>
      <p:sp>
        <p:nvSpPr>
          <p:cNvPr id="49" name="mddShell"/>
          <p:cNvSpPr/>
          <p:nvPr/>
        </p:nvSpPr>
        <p:spPr>
          <a:xfrm>
            <a:off x="8280000" y="2720000"/>
            <a:ext cx="3040000" cy="1080000"/>
          </a:xfrm>
          <a:prstGeom prst="roundRect">
            <a:avLst/>
          </a:prstGeom>
          <a:solidFill>
            <a:srgbClr val="F6E5DE"/>
          </a:solidFill>
          <a:ln w="19050">
            <a:solidFill>
              <a:srgbClr val="A23B1E"/>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50" name="mddTitle"/>
          <p:cNvSpPr txBox="1"/>
          <p:nvPr/>
        </p:nvSpPr>
        <p:spPr>
          <a:xfrm>
            <a:off x="8370000" y="2790000"/>
            <a:ext cx="2860000" cy="240000"/>
          </a:xfrm>
          <a:prstGeom prst="rect">
            <a:avLst/>
          </a:prstGeom>
          <a:noFill/>
        </p:spPr>
        <p:txBody>
          <a:bodyPr wrap="square" rtlCol="0" anchor="ctr" lIns="36000" rIns="36000" tIns="36000" bIns="36000">
            <a:noAutofit/>
          </a:bodyPr>
          <a:lstStyle/>
          <a:p>
            <a:pPr algn="l">
              <a:defRPr sz="880" b="1">
                <a:solidFill>
                  <a:srgbClr val="A23B1E"/>
                </a:solidFill>
              </a:defRPr>
            </a:pPr>
            <a:r>
              <a:rPr lang="zh-CN" altLang="en-US" sz="880" b="1">
                <a:solidFill>
                  <a:srgbClr val="A23B1E"/>
                </a:solidFill>
                <a:latin typeface="微软雅黑"/>
                <a:ea typeface="微软雅黑"/>
              </a:rPr>
              <a:t>多维数据库</a:t>
            </a:r>
            <a:endParaRPr lang="zh-CN" altLang="en-US" sz="880" b="1"/>
          </a:p>
        </p:txBody>
      </p:sp>
      <p:sp>
        <p:nvSpPr>
          <p:cNvPr id="51" name="mddServer1"/>
          <p:cNvSpPr/>
          <p:nvPr/>
        </p:nvSpPr>
        <p:spPr>
          <a:xfrm>
            <a:off x="8370000" y="3110000"/>
            <a:ext cx="1395000" cy="600000"/>
          </a:xfrm>
          <a:prstGeom prst="roundRect">
            <a:avLst/>
          </a:prstGeom>
          <a:solidFill>
            <a:srgbClr val="FCEEE8"/>
          </a:solidFill>
          <a:ln w="12700">
            <a:solidFill>
              <a:srgbClr val="A23B1E"/>
            </a:solidFill>
          </a:ln>
        </p:spPr>
        <p:txBody>
          <a:bodyPr wrap="square" rtlCol="0" anchor="ctr" lIns="36000" rIns="36000" tIns="36000" bIns="36000">
            <a:noAutofit/>
          </a:bodyPr>
          <a:lstStyle/>
          <a:p>
            <a:pPr algn="ctr">
              <a:defRPr sz="760" b="1">
                <a:solidFill>
                  <a:srgbClr val="7A2E17"/>
                </a:solidFill>
              </a:defRPr>
            </a:pPr>
            <a:r>
              <a:rPr lang="zh-CN" altLang="en-US" sz="760" b="1">
                <a:solidFill>
                  <a:srgbClr val="7A2E17"/>
                </a:solidFill>
                <a:latin typeface="微软雅黑"/>
                <a:ea typeface="微软雅黑"/>
              </a:rPr>
              <a:t>ierp-p-mdd01</a:t>
            </a:r>
            <a:endParaRPr lang="zh-CN" altLang="en-US" sz="760" b="1"/>
          </a:p>
          <a:p>
            <a:pPr algn="ctr">
              <a:defRPr sz="620">
                <a:solidFill>
                  <a:srgbClr val="5C4033"/>
                </a:solidFill>
              </a:defRPr>
            </a:pPr>
            <a:r>
              <a:rPr lang="zh-CN" altLang="en-US" sz="620">
                <a:solidFill>
                  <a:srgbClr val="5C4033"/>
                </a:solidFill>
                <a:latin typeface="微软雅黑"/>
                <a:ea typeface="微软雅黑"/>
              </a:rPr>
              <a:t>XX.XX.162.121</a:t>
            </a:r>
            <a:endParaRPr lang="zh-CN" altLang="en-US" sz="620"/>
          </a:p>
          <a:p>
            <a:pPr algn="ctr">
              <a:defRPr sz="620">
                <a:solidFill>
                  <a:srgbClr val="5C4033"/>
                </a:solidFill>
              </a:defRPr>
            </a:pPr>
            <a:r>
              <a:rPr lang="zh-CN" altLang="en-US" sz="620">
                <a:solidFill>
                  <a:srgbClr val="5C4033"/>
                </a:solidFill>
                <a:latin typeface="微软雅黑"/>
                <a:ea typeface="微软雅黑"/>
              </a:rPr>
              <a:t>端口 8080</a:t>
            </a:r>
            <a:endParaRPr lang="zh-CN" altLang="en-US" sz="620"/>
          </a:p>
          <a:p>
            <a:pPr algn="ctr">
              <a:defRPr sz="560">
                <a:solidFill>
                  <a:srgbClr val="5C4033"/>
                </a:solidFill>
              </a:defRPr>
            </a:pPr>
            <a:r>
              <a:rPr lang="zh-CN" altLang="en-US" sz="560">
                <a:solidFill>
                  <a:srgbClr val="5C4033"/>
                </a:solidFill>
                <a:latin typeface="微软雅黑"/>
                <a:ea typeface="微软雅黑"/>
              </a:rPr>
              <a:t>32C 256G 2048G</a:t>
            </a:r>
            <a:endParaRPr lang="zh-CN" altLang="en-US" sz="560"/>
          </a:p>
        </p:txBody>
      </p:sp>
      <p:sp>
        <p:nvSpPr>
          <p:cNvPr id="52" name="mddServer2"/>
          <p:cNvSpPr/>
          <p:nvPr/>
        </p:nvSpPr>
        <p:spPr>
          <a:xfrm>
            <a:off x="9835000" y="3110000"/>
            <a:ext cx="1395000" cy="600000"/>
          </a:xfrm>
          <a:prstGeom prst="roundRect">
            <a:avLst/>
          </a:prstGeom>
          <a:solidFill>
            <a:srgbClr val="FCEEE8"/>
          </a:solidFill>
          <a:ln w="12700">
            <a:solidFill>
              <a:srgbClr val="A23B1E"/>
            </a:solidFill>
          </a:ln>
        </p:spPr>
        <p:txBody>
          <a:bodyPr wrap="square" rtlCol="0" anchor="ctr" lIns="36000" rIns="36000" tIns="36000" bIns="36000">
            <a:noAutofit/>
          </a:bodyPr>
          <a:lstStyle/>
          <a:p>
            <a:pPr algn="ctr">
              <a:defRPr sz="760" b="1">
                <a:solidFill>
                  <a:srgbClr val="7A2E17"/>
                </a:solidFill>
              </a:defRPr>
            </a:pPr>
            <a:r>
              <a:rPr lang="zh-CN" altLang="en-US" sz="760" b="1">
                <a:solidFill>
                  <a:srgbClr val="7A2E17"/>
                </a:solidFill>
                <a:latin typeface="微软雅黑"/>
                <a:ea typeface="微软雅黑"/>
              </a:rPr>
              <a:t>ierp-p-mdd02</a:t>
            </a:r>
            <a:endParaRPr lang="zh-CN" altLang="en-US" sz="760" b="1"/>
          </a:p>
          <a:p>
            <a:pPr algn="ctr">
              <a:defRPr sz="620">
                <a:solidFill>
                  <a:srgbClr val="5C4033"/>
                </a:solidFill>
              </a:defRPr>
            </a:pPr>
            <a:r>
              <a:rPr lang="zh-CN" altLang="en-US" sz="620">
                <a:solidFill>
                  <a:srgbClr val="5C4033"/>
                </a:solidFill>
                <a:latin typeface="微软雅黑"/>
                <a:ea typeface="微软雅黑"/>
              </a:rPr>
              <a:t>XX.XX.162.122</a:t>
            </a:r>
            <a:endParaRPr lang="zh-CN" altLang="en-US" sz="620"/>
          </a:p>
          <a:p>
            <a:pPr algn="ctr">
              <a:defRPr sz="620">
                <a:solidFill>
                  <a:srgbClr val="5C4033"/>
                </a:solidFill>
              </a:defRPr>
            </a:pPr>
            <a:r>
              <a:rPr lang="zh-CN" altLang="en-US" sz="620">
                <a:solidFill>
                  <a:srgbClr val="5C4033"/>
                </a:solidFill>
                <a:latin typeface="微软雅黑"/>
                <a:ea typeface="微软雅黑"/>
              </a:rPr>
              <a:t>端口 8080</a:t>
            </a:r>
            <a:endParaRPr lang="zh-CN" altLang="en-US" sz="620"/>
          </a:p>
          <a:p>
            <a:pPr algn="ctr">
              <a:defRPr sz="560">
                <a:solidFill>
                  <a:srgbClr val="5C4033"/>
                </a:solidFill>
              </a:defRPr>
            </a:pPr>
            <a:r>
              <a:rPr lang="zh-CN" altLang="en-US" sz="560">
                <a:solidFill>
                  <a:srgbClr val="5C4033"/>
                </a:solidFill>
                <a:latin typeface="微软雅黑"/>
                <a:ea typeface="微软雅黑"/>
              </a:rPr>
              <a:t>32C 256G 2048G</a:t>
            </a:r>
            <a:endParaRPr lang="zh-CN" altLang="en-US" sz="560"/>
          </a:p>
        </p:txBody>
      </p:sp>
      <p:cxnSp>
        <p:nvCxnSpPr>
          <p:cNvPr id="53" name="Connector 53"/>
          <p:cNvCxnSpPr/>
          <p:nvPr/>
        </p:nvCxnSpPr>
        <p:spPr>
          <a:xfrm>
            <a:off x="7750000" y="3050000"/>
            <a:ext cx="530000" cy="210000"/>
          </a:xfrm>
          <a:prstGeom prst="line">
            <a:avLst/>
          </a:prstGeom>
          <a:ln w="25400">
            <a:solidFill>
              <a:srgbClr val="A23B1E"/>
            </a:solidFill>
            <a:tailEnd type="stealth"/>
          </a:ln>
        </p:spPr>
      </p:cxnSp>
      <p:sp>
        <p:nvSpPr>
          <p:cNvPr id="54" name="LineLabel"/>
          <p:cNvSpPr/>
          <p:nvPr/>
        </p:nvSpPr>
        <p:spPr>
          <a:xfrm>
            <a:off x="7755000" y="3065000"/>
            <a:ext cx="520000" cy="180000"/>
          </a:xfrm>
          <a:prstGeom prst="roundRect">
            <a:avLst/>
          </a:prstGeom>
          <a:solidFill>
            <a:srgbClr val="FFFFFF"/>
          </a:solidFill>
          <a:ln w="12700">
            <a:solidFill>
              <a:srgbClr val="A23B1E"/>
            </a:solidFill>
          </a:ln>
        </p:spPr>
        <p:txBody>
          <a:bodyPr wrap="square" rtlCol="0" anchor="ctr" lIns="36000" rIns="36000" tIns="36000" bIns="36000">
            <a:noAutofit/>
          </a:bodyPr>
          <a:lstStyle/>
          <a:p>
            <a:pPr algn="ctr">
              <a:defRPr sz="620" b="1">
                <a:solidFill>
                  <a:srgbClr val="A23B1E"/>
                </a:solidFill>
              </a:defRPr>
            </a:pPr>
            <a:r>
              <a:rPr lang="zh-CN" altLang="en-US" sz="620" b="1">
                <a:solidFill>
                  <a:srgbClr val="A23B1E"/>
                </a:solidFill>
                <a:latin typeface="微软雅黑"/>
                <a:ea typeface="微软雅黑"/>
              </a:rPr>
              <a:t>8080</a:t>
            </a:r>
            <a:endParaRPr lang="zh-CN" altLang="en-US" sz="620" b="1"/>
          </a:p>
        </p:txBody>
      </p:sp>
      <p:sp>
        <p:nvSpPr>
          <p:cNvPr id="55" name="redisShell"/>
          <p:cNvSpPr/>
          <p:nvPr/>
        </p:nvSpPr>
        <p:spPr>
          <a:xfrm>
            <a:off x="2430000" y="4600000"/>
            <a:ext cx="2910000" cy="735000"/>
          </a:xfrm>
          <a:prstGeom prst="roundRect">
            <a:avLst/>
          </a:prstGeom>
          <a:solidFill>
            <a:srgbClr val="E8F0FF"/>
          </a:solidFill>
          <a:ln w="19050">
            <a:solidFill>
              <a:srgbClr val="3D5A80"/>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56" name="redisTitle"/>
          <p:cNvSpPr txBox="1"/>
          <p:nvPr/>
        </p:nvSpPr>
        <p:spPr>
          <a:xfrm>
            <a:off x="2510000" y="4640000"/>
            <a:ext cx="2750000" cy="180000"/>
          </a:xfrm>
          <a:prstGeom prst="rect">
            <a:avLst/>
          </a:prstGeom>
          <a:noFill/>
        </p:spPr>
        <p:txBody>
          <a:bodyPr wrap="square" rtlCol="0" anchor="ctr" lIns="36000" rIns="36000" tIns="36000" bIns="36000">
            <a:noAutofit/>
          </a:bodyPr>
          <a:lstStyle/>
          <a:p>
            <a:pPr algn="l">
              <a:defRPr sz="880" b="1">
                <a:solidFill>
                  <a:srgbClr val="3D5A80"/>
                </a:solidFill>
              </a:defRPr>
            </a:pPr>
            <a:r>
              <a:rPr lang="zh-CN" altLang="en-US" sz="880" b="1">
                <a:solidFill>
                  <a:srgbClr val="3D5A80"/>
                </a:solidFill>
                <a:latin typeface="微软雅黑"/>
                <a:ea typeface="微软雅黑"/>
              </a:rPr>
              <a:t>Redis集群</a:t>
            </a:r>
            <a:endParaRPr lang="zh-CN" altLang="en-US" sz="880" b="1"/>
          </a:p>
        </p:txBody>
      </p:sp>
      <p:sp>
        <p:nvSpPr>
          <p:cNvPr id="57" name="redisServer1"/>
          <p:cNvSpPr/>
          <p:nvPr/>
        </p:nvSpPr>
        <p:spPr>
          <a:xfrm>
            <a:off x="2510000" y="4850000"/>
            <a:ext cx="870000" cy="385200"/>
          </a:xfrm>
          <a:prstGeom prst="roundRect">
            <a:avLst/>
          </a:prstGeom>
          <a:solidFill>
            <a:srgbClr val="FFFFFF"/>
          </a:solidFill>
          <a:ln w="12700">
            <a:solidFill>
              <a:srgbClr val="3D5A80"/>
            </a:solidFill>
          </a:ln>
        </p:spPr>
        <p:txBody>
          <a:bodyPr wrap="square" rtlCol="0" anchor="ctr" lIns="36000" rIns="36000" tIns="36000" bIns="36000">
            <a:noAutofit/>
          </a:bodyPr>
          <a:lstStyle/>
          <a:p>
            <a:pPr algn="ctr">
              <a:defRPr sz="760" b="1">
                <a:solidFill>
                  <a:srgbClr val="293241"/>
                </a:solidFill>
              </a:defRPr>
            </a:pPr>
            <a:r>
              <a:rPr lang="zh-CN" altLang="en-US" sz="760" b="1">
                <a:solidFill>
                  <a:srgbClr val="293241"/>
                </a:solidFill>
                <a:latin typeface="微软雅黑"/>
                <a:ea typeface="微软雅黑"/>
              </a:rPr>
              <a:t>ierp-p-redis01</a:t>
            </a:r>
            <a:endParaRPr lang="zh-CN" altLang="en-US" sz="760" b="1"/>
          </a:p>
          <a:p>
            <a:pPr algn="ctr">
              <a:defRPr sz="620">
                <a:solidFill>
                  <a:srgbClr val="495057"/>
                </a:solidFill>
              </a:defRPr>
            </a:pPr>
            <a:r>
              <a:rPr lang="zh-CN" altLang="en-US" sz="620">
                <a:solidFill>
                  <a:srgbClr val="495057"/>
                </a:solidFill>
                <a:latin typeface="微软雅黑"/>
                <a:ea typeface="微软雅黑"/>
              </a:rPr>
              <a:t>XX.XX.162.126</a:t>
            </a:r>
            <a:endParaRPr lang="zh-CN" altLang="en-US" sz="620"/>
          </a:p>
          <a:p>
            <a:pPr algn="ctr">
              <a:defRPr sz="560">
                <a:solidFill>
                  <a:srgbClr val="495057"/>
                </a:solidFill>
              </a:defRPr>
            </a:pPr>
            <a:r>
              <a:rPr lang="zh-CN" altLang="en-US" sz="560">
                <a:solidFill>
                  <a:srgbClr val="495057"/>
                </a:solidFill>
                <a:latin typeface="微软雅黑"/>
                <a:ea typeface="微软雅黑"/>
              </a:rPr>
              <a:t>16C 96G 300G</a:t>
            </a:r>
            <a:endParaRPr lang="zh-CN" altLang="en-US" sz="560"/>
          </a:p>
        </p:txBody>
      </p:sp>
      <p:sp>
        <p:nvSpPr>
          <p:cNvPr id="58" name="redisServer2"/>
          <p:cNvSpPr/>
          <p:nvPr/>
        </p:nvSpPr>
        <p:spPr>
          <a:xfrm>
            <a:off x="3450000" y="4850000"/>
            <a:ext cx="870000" cy="385200"/>
          </a:xfrm>
          <a:prstGeom prst="roundRect">
            <a:avLst/>
          </a:prstGeom>
          <a:solidFill>
            <a:srgbClr val="FFFFFF"/>
          </a:solidFill>
          <a:ln w="12700">
            <a:solidFill>
              <a:srgbClr val="3D5A80"/>
            </a:solidFill>
          </a:ln>
        </p:spPr>
        <p:txBody>
          <a:bodyPr wrap="square" rtlCol="0" anchor="ctr" lIns="36000" rIns="36000" tIns="36000" bIns="36000">
            <a:noAutofit/>
          </a:bodyPr>
          <a:lstStyle/>
          <a:p>
            <a:pPr algn="ctr">
              <a:defRPr sz="760" b="1">
                <a:solidFill>
                  <a:srgbClr val="293241"/>
                </a:solidFill>
              </a:defRPr>
            </a:pPr>
            <a:r>
              <a:rPr lang="zh-CN" altLang="en-US" sz="760" b="1">
                <a:solidFill>
                  <a:srgbClr val="293241"/>
                </a:solidFill>
                <a:latin typeface="微软雅黑"/>
                <a:ea typeface="微软雅黑"/>
              </a:rPr>
              <a:t>ierp-p-redis02</a:t>
            </a:r>
            <a:endParaRPr lang="zh-CN" altLang="en-US" sz="760" b="1"/>
          </a:p>
          <a:p>
            <a:pPr algn="ctr">
              <a:defRPr sz="620">
                <a:solidFill>
                  <a:srgbClr val="495057"/>
                </a:solidFill>
              </a:defRPr>
            </a:pPr>
            <a:r>
              <a:rPr lang="zh-CN" altLang="en-US" sz="620">
                <a:solidFill>
                  <a:srgbClr val="495057"/>
                </a:solidFill>
                <a:latin typeface="微软雅黑"/>
                <a:ea typeface="微软雅黑"/>
              </a:rPr>
              <a:t>XX.XX.162.127</a:t>
            </a:r>
            <a:endParaRPr lang="zh-CN" altLang="en-US" sz="620"/>
          </a:p>
          <a:p>
            <a:pPr algn="ctr">
              <a:defRPr sz="560">
                <a:solidFill>
                  <a:srgbClr val="495057"/>
                </a:solidFill>
              </a:defRPr>
            </a:pPr>
            <a:r>
              <a:rPr lang="zh-CN" altLang="en-US" sz="560">
                <a:solidFill>
                  <a:srgbClr val="495057"/>
                </a:solidFill>
                <a:latin typeface="微软雅黑"/>
                <a:ea typeface="微软雅黑"/>
              </a:rPr>
              <a:t>16C 96G 300G</a:t>
            </a:r>
            <a:endParaRPr lang="zh-CN" altLang="en-US" sz="560"/>
          </a:p>
        </p:txBody>
      </p:sp>
      <p:sp>
        <p:nvSpPr>
          <p:cNvPr id="59" name="redisServer3"/>
          <p:cNvSpPr/>
          <p:nvPr/>
        </p:nvSpPr>
        <p:spPr>
          <a:xfrm>
            <a:off x="4390000" y="4850000"/>
            <a:ext cx="870000" cy="385200"/>
          </a:xfrm>
          <a:prstGeom prst="roundRect">
            <a:avLst/>
          </a:prstGeom>
          <a:solidFill>
            <a:srgbClr val="FFFFFF"/>
          </a:solidFill>
          <a:ln w="12700">
            <a:solidFill>
              <a:srgbClr val="3D5A80"/>
            </a:solidFill>
          </a:ln>
        </p:spPr>
        <p:txBody>
          <a:bodyPr wrap="square" rtlCol="0" anchor="ctr" lIns="36000" rIns="36000" tIns="36000" bIns="36000">
            <a:noAutofit/>
          </a:bodyPr>
          <a:lstStyle/>
          <a:p>
            <a:pPr algn="ctr">
              <a:defRPr sz="760" b="1">
                <a:solidFill>
                  <a:srgbClr val="293241"/>
                </a:solidFill>
              </a:defRPr>
            </a:pPr>
            <a:r>
              <a:rPr lang="zh-CN" altLang="en-US" sz="760" b="1">
                <a:solidFill>
                  <a:srgbClr val="293241"/>
                </a:solidFill>
                <a:latin typeface="微软雅黑"/>
                <a:ea typeface="微软雅黑"/>
              </a:rPr>
              <a:t>ierp-p-redis03</a:t>
            </a:r>
            <a:endParaRPr lang="zh-CN" altLang="en-US" sz="760" b="1"/>
          </a:p>
          <a:p>
            <a:pPr algn="ctr">
              <a:defRPr sz="620">
                <a:solidFill>
                  <a:srgbClr val="495057"/>
                </a:solidFill>
              </a:defRPr>
            </a:pPr>
            <a:r>
              <a:rPr lang="zh-CN" altLang="en-US" sz="620">
                <a:solidFill>
                  <a:srgbClr val="495057"/>
                </a:solidFill>
                <a:latin typeface="微软雅黑"/>
                <a:ea typeface="微软雅黑"/>
              </a:rPr>
              <a:t>XX.XX.162.128</a:t>
            </a:r>
            <a:endParaRPr lang="zh-CN" altLang="en-US" sz="620"/>
          </a:p>
          <a:p>
            <a:pPr algn="ctr">
              <a:defRPr sz="560">
                <a:solidFill>
                  <a:srgbClr val="495057"/>
                </a:solidFill>
              </a:defRPr>
            </a:pPr>
            <a:r>
              <a:rPr lang="zh-CN" altLang="en-US" sz="560">
                <a:solidFill>
                  <a:srgbClr val="495057"/>
                </a:solidFill>
                <a:latin typeface="微软雅黑"/>
                <a:ea typeface="微软雅黑"/>
              </a:rPr>
              <a:t>16C 96G 300G</a:t>
            </a:r>
            <a:endParaRPr lang="zh-CN" altLang="en-US" sz="560"/>
          </a:p>
        </p:txBody>
      </p:sp>
      <p:cxnSp>
        <p:nvCxnSpPr>
          <p:cNvPr id="60" name="Connector 60"/>
          <p:cNvCxnSpPr/>
          <p:nvPr/>
        </p:nvCxnSpPr>
        <p:spPr>
          <a:xfrm flipH="1">
            <a:off x="3885000" y="4000000"/>
            <a:ext cx="1665000" cy="600000"/>
          </a:xfrm>
          <a:prstGeom prst="line">
            <a:avLst/>
          </a:prstGeom>
          <a:ln w="19050">
            <a:solidFill>
              <a:srgbClr val="3D5A80"/>
            </a:solidFill>
            <a:tailEnd type="stealth"/>
          </a:ln>
        </p:spPr>
      </p:cxnSp>
      <p:sp>
        <p:nvSpPr>
          <p:cNvPr id="61" name="LineLabel"/>
          <p:cNvSpPr/>
          <p:nvPr/>
        </p:nvSpPr>
        <p:spPr>
          <a:xfrm>
            <a:off x="4477500" y="4210000"/>
            <a:ext cx="480000" cy="180000"/>
          </a:xfrm>
          <a:prstGeom prst="roundRect">
            <a:avLst/>
          </a:prstGeom>
          <a:solidFill>
            <a:srgbClr val="FFFFFF"/>
          </a:solidFill>
          <a:ln w="12700">
            <a:solidFill>
              <a:srgbClr val="3D5A80"/>
            </a:solidFill>
          </a:ln>
        </p:spPr>
        <p:txBody>
          <a:bodyPr wrap="square" rtlCol="0" anchor="ctr" lIns="36000" rIns="36000" tIns="36000" bIns="36000">
            <a:noAutofit/>
          </a:bodyPr>
          <a:lstStyle/>
          <a:p>
            <a:pPr algn="ctr">
              <a:defRPr sz="620" b="1">
                <a:solidFill>
                  <a:srgbClr val="3D5A80"/>
                </a:solidFill>
              </a:defRPr>
            </a:pPr>
            <a:r>
              <a:rPr lang="zh-CN" altLang="en-US" sz="620" b="1">
                <a:solidFill>
                  <a:srgbClr val="3D5A80"/>
                </a:solidFill>
                <a:latin typeface="微软雅黑"/>
                <a:ea typeface="微软雅黑"/>
              </a:rPr>
              <a:t>7506,7505</a:t>
            </a:r>
            <a:endParaRPr lang="zh-CN" altLang="en-US" sz="620" b="1"/>
          </a:p>
        </p:txBody>
      </p:sp>
      <p:sp>
        <p:nvSpPr>
          <p:cNvPr id="62" name="zookeeperShell"/>
          <p:cNvSpPr/>
          <p:nvPr/>
        </p:nvSpPr>
        <p:spPr>
          <a:xfrm>
            <a:off x="5470000" y="4600000"/>
            <a:ext cx="2910000" cy="735000"/>
          </a:xfrm>
          <a:prstGeom prst="roundRect">
            <a:avLst/>
          </a:prstGeom>
          <a:solidFill>
            <a:srgbClr val="E8F0FF"/>
          </a:solidFill>
          <a:ln w="19050">
            <a:solidFill>
              <a:srgbClr val="3D5A80"/>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63" name="zookeeperTitle"/>
          <p:cNvSpPr txBox="1"/>
          <p:nvPr/>
        </p:nvSpPr>
        <p:spPr>
          <a:xfrm>
            <a:off x="5550000" y="4640000"/>
            <a:ext cx="2750000" cy="180000"/>
          </a:xfrm>
          <a:prstGeom prst="rect">
            <a:avLst/>
          </a:prstGeom>
          <a:noFill/>
        </p:spPr>
        <p:txBody>
          <a:bodyPr wrap="square" rtlCol="0" anchor="ctr" lIns="36000" rIns="36000" tIns="36000" bIns="36000">
            <a:noAutofit/>
          </a:bodyPr>
          <a:lstStyle/>
          <a:p>
            <a:pPr algn="l">
              <a:defRPr sz="880" b="1">
                <a:solidFill>
                  <a:srgbClr val="3D5A80"/>
                </a:solidFill>
              </a:defRPr>
            </a:pPr>
            <a:r>
              <a:rPr lang="zh-CN" altLang="en-US" sz="880" b="1">
                <a:solidFill>
                  <a:srgbClr val="3D5A80"/>
                </a:solidFill>
                <a:latin typeface="微软雅黑"/>
                <a:ea typeface="微软雅黑"/>
              </a:rPr>
              <a:t>ZooKeeper</a:t>
            </a:r>
            <a:endParaRPr lang="zh-CN" altLang="en-US" sz="880" b="1"/>
          </a:p>
        </p:txBody>
      </p:sp>
      <p:sp>
        <p:nvSpPr>
          <p:cNvPr id="64" name="zookeeperServer1"/>
          <p:cNvSpPr/>
          <p:nvPr/>
        </p:nvSpPr>
        <p:spPr>
          <a:xfrm>
            <a:off x="5550000" y="4850000"/>
            <a:ext cx="870000" cy="385200"/>
          </a:xfrm>
          <a:prstGeom prst="roundRect">
            <a:avLst/>
          </a:prstGeom>
          <a:solidFill>
            <a:srgbClr val="FFFFFF"/>
          </a:solidFill>
          <a:ln w="12700">
            <a:solidFill>
              <a:srgbClr val="3D5A80"/>
            </a:solidFill>
          </a:ln>
        </p:spPr>
        <p:txBody>
          <a:bodyPr wrap="square" rtlCol="0" anchor="ctr" lIns="36000" rIns="36000" tIns="36000" bIns="36000">
            <a:noAutofit/>
          </a:bodyPr>
          <a:lstStyle/>
          <a:p>
            <a:pPr algn="ctr">
              <a:defRPr sz="760" b="1">
                <a:solidFill>
                  <a:srgbClr val="293241"/>
                </a:solidFill>
              </a:defRPr>
            </a:pPr>
            <a:r>
              <a:rPr lang="zh-CN" altLang="en-US" sz="760" b="1">
                <a:solidFill>
                  <a:srgbClr val="293241"/>
                </a:solidFill>
                <a:latin typeface="微软雅黑"/>
                <a:ea typeface="微软雅黑"/>
              </a:rPr>
              <a:t>ierp-p-zk01</a:t>
            </a:r>
            <a:endParaRPr lang="zh-CN" altLang="en-US" sz="760" b="1"/>
          </a:p>
          <a:p>
            <a:pPr algn="ctr">
              <a:defRPr sz="620">
                <a:solidFill>
                  <a:srgbClr val="495057"/>
                </a:solidFill>
              </a:defRPr>
            </a:pPr>
            <a:r>
              <a:rPr lang="zh-CN" altLang="en-US" sz="620">
                <a:solidFill>
                  <a:srgbClr val="495057"/>
                </a:solidFill>
                <a:latin typeface="微软雅黑"/>
                <a:ea typeface="微软雅黑"/>
              </a:rPr>
              <a:t>XX.XX.162.123</a:t>
            </a:r>
            <a:endParaRPr lang="zh-CN" altLang="en-US" sz="620"/>
          </a:p>
          <a:p>
            <a:pPr algn="ctr">
              <a:defRPr sz="560">
                <a:solidFill>
                  <a:srgbClr val="495057"/>
                </a:solidFill>
              </a:defRPr>
            </a:pPr>
            <a:r>
              <a:rPr lang="zh-CN" altLang="en-US" sz="560">
                <a:solidFill>
                  <a:srgbClr val="495057"/>
                </a:solidFill>
                <a:latin typeface="微软雅黑"/>
                <a:ea typeface="微软雅黑"/>
              </a:rPr>
              <a:t>4C 16G 300G</a:t>
            </a:r>
            <a:endParaRPr lang="zh-CN" altLang="en-US" sz="560"/>
          </a:p>
        </p:txBody>
      </p:sp>
      <p:sp>
        <p:nvSpPr>
          <p:cNvPr id="65" name="zookeeperServer2"/>
          <p:cNvSpPr/>
          <p:nvPr/>
        </p:nvSpPr>
        <p:spPr>
          <a:xfrm>
            <a:off x="6490000" y="4850000"/>
            <a:ext cx="870000" cy="385200"/>
          </a:xfrm>
          <a:prstGeom prst="roundRect">
            <a:avLst/>
          </a:prstGeom>
          <a:solidFill>
            <a:srgbClr val="FFFFFF"/>
          </a:solidFill>
          <a:ln w="12700">
            <a:solidFill>
              <a:srgbClr val="3D5A80"/>
            </a:solidFill>
          </a:ln>
        </p:spPr>
        <p:txBody>
          <a:bodyPr wrap="square" rtlCol="0" anchor="ctr" lIns="36000" rIns="36000" tIns="36000" bIns="36000">
            <a:noAutofit/>
          </a:bodyPr>
          <a:lstStyle/>
          <a:p>
            <a:pPr algn="ctr">
              <a:defRPr sz="760" b="1">
                <a:solidFill>
                  <a:srgbClr val="293241"/>
                </a:solidFill>
              </a:defRPr>
            </a:pPr>
            <a:r>
              <a:rPr lang="zh-CN" altLang="en-US" sz="760" b="1">
                <a:solidFill>
                  <a:srgbClr val="293241"/>
                </a:solidFill>
                <a:latin typeface="微软雅黑"/>
                <a:ea typeface="微软雅黑"/>
              </a:rPr>
              <a:t>ierp-p-zk02</a:t>
            </a:r>
            <a:endParaRPr lang="zh-CN" altLang="en-US" sz="760" b="1"/>
          </a:p>
          <a:p>
            <a:pPr algn="ctr">
              <a:defRPr sz="620">
                <a:solidFill>
                  <a:srgbClr val="495057"/>
                </a:solidFill>
              </a:defRPr>
            </a:pPr>
            <a:r>
              <a:rPr lang="zh-CN" altLang="en-US" sz="620">
                <a:solidFill>
                  <a:srgbClr val="495057"/>
                </a:solidFill>
                <a:latin typeface="微软雅黑"/>
                <a:ea typeface="微软雅黑"/>
              </a:rPr>
              <a:t>XX.XX.162.124</a:t>
            </a:r>
            <a:endParaRPr lang="zh-CN" altLang="en-US" sz="620"/>
          </a:p>
          <a:p>
            <a:pPr algn="ctr">
              <a:defRPr sz="560">
                <a:solidFill>
                  <a:srgbClr val="495057"/>
                </a:solidFill>
              </a:defRPr>
            </a:pPr>
            <a:r>
              <a:rPr lang="zh-CN" altLang="en-US" sz="560">
                <a:solidFill>
                  <a:srgbClr val="495057"/>
                </a:solidFill>
                <a:latin typeface="微软雅黑"/>
                <a:ea typeface="微软雅黑"/>
              </a:rPr>
              <a:t>4C 16G 300G</a:t>
            </a:r>
            <a:endParaRPr lang="zh-CN" altLang="en-US" sz="560"/>
          </a:p>
        </p:txBody>
      </p:sp>
      <p:sp>
        <p:nvSpPr>
          <p:cNvPr id="66" name="zookeeperServer3"/>
          <p:cNvSpPr/>
          <p:nvPr/>
        </p:nvSpPr>
        <p:spPr>
          <a:xfrm>
            <a:off x="7430000" y="4850000"/>
            <a:ext cx="870000" cy="385200"/>
          </a:xfrm>
          <a:prstGeom prst="roundRect">
            <a:avLst/>
          </a:prstGeom>
          <a:solidFill>
            <a:srgbClr val="FFFFFF"/>
          </a:solidFill>
          <a:ln w="12700">
            <a:solidFill>
              <a:srgbClr val="3D5A80"/>
            </a:solidFill>
          </a:ln>
        </p:spPr>
        <p:txBody>
          <a:bodyPr wrap="square" rtlCol="0" anchor="ctr" lIns="36000" rIns="36000" tIns="36000" bIns="36000">
            <a:noAutofit/>
          </a:bodyPr>
          <a:lstStyle/>
          <a:p>
            <a:pPr algn="ctr">
              <a:defRPr sz="760" b="1">
                <a:solidFill>
                  <a:srgbClr val="293241"/>
                </a:solidFill>
              </a:defRPr>
            </a:pPr>
            <a:r>
              <a:rPr lang="zh-CN" altLang="en-US" sz="760" b="1">
                <a:solidFill>
                  <a:srgbClr val="293241"/>
                </a:solidFill>
                <a:latin typeface="微软雅黑"/>
                <a:ea typeface="微软雅黑"/>
              </a:rPr>
              <a:t>ierp-p-zk03</a:t>
            </a:r>
            <a:endParaRPr lang="zh-CN" altLang="en-US" sz="760" b="1"/>
          </a:p>
          <a:p>
            <a:pPr algn="ctr">
              <a:defRPr sz="620">
                <a:solidFill>
                  <a:srgbClr val="495057"/>
                </a:solidFill>
              </a:defRPr>
            </a:pPr>
            <a:r>
              <a:rPr lang="zh-CN" altLang="en-US" sz="620">
                <a:solidFill>
                  <a:srgbClr val="495057"/>
                </a:solidFill>
                <a:latin typeface="微软雅黑"/>
                <a:ea typeface="微软雅黑"/>
              </a:rPr>
              <a:t>XX.XX.162.125</a:t>
            </a:r>
            <a:endParaRPr lang="zh-CN" altLang="en-US" sz="620"/>
          </a:p>
          <a:p>
            <a:pPr algn="ctr">
              <a:defRPr sz="560">
                <a:solidFill>
                  <a:srgbClr val="495057"/>
                </a:solidFill>
              </a:defRPr>
            </a:pPr>
            <a:r>
              <a:rPr lang="zh-CN" altLang="en-US" sz="560">
                <a:solidFill>
                  <a:srgbClr val="495057"/>
                </a:solidFill>
                <a:latin typeface="微软雅黑"/>
                <a:ea typeface="微软雅黑"/>
              </a:rPr>
              <a:t>4C 16G 300G</a:t>
            </a:r>
            <a:endParaRPr lang="zh-CN" altLang="en-US" sz="560"/>
          </a:p>
        </p:txBody>
      </p:sp>
      <p:cxnSp>
        <p:nvCxnSpPr>
          <p:cNvPr id="67" name="Connector 67"/>
          <p:cNvCxnSpPr/>
          <p:nvPr/>
        </p:nvCxnSpPr>
        <p:spPr>
          <a:xfrm>
            <a:off x="5550000" y="4000000"/>
            <a:ext cx="1375000" cy="600000"/>
          </a:xfrm>
          <a:prstGeom prst="line">
            <a:avLst/>
          </a:prstGeom>
          <a:ln w="19050">
            <a:solidFill>
              <a:srgbClr val="3D5A80"/>
            </a:solidFill>
            <a:tailEnd type="stealth"/>
          </a:ln>
        </p:spPr>
      </p:cxnSp>
      <p:sp>
        <p:nvSpPr>
          <p:cNvPr id="68" name="mqShell"/>
          <p:cNvSpPr/>
          <p:nvPr/>
        </p:nvSpPr>
        <p:spPr>
          <a:xfrm>
            <a:off x="8510000" y="4600000"/>
            <a:ext cx="2910000" cy="735000"/>
          </a:xfrm>
          <a:prstGeom prst="roundRect">
            <a:avLst/>
          </a:prstGeom>
          <a:solidFill>
            <a:srgbClr val="FFF1E6"/>
          </a:solidFill>
          <a:ln w="19050">
            <a:solidFill>
              <a:srgbClr val="D97706"/>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69" name="mqTitle"/>
          <p:cNvSpPr txBox="1"/>
          <p:nvPr/>
        </p:nvSpPr>
        <p:spPr>
          <a:xfrm>
            <a:off x="8590000" y="4640000"/>
            <a:ext cx="2750000" cy="180000"/>
          </a:xfrm>
          <a:prstGeom prst="rect">
            <a:avLst/>
          </a:prstGeom>
          <a:noFill/>
        </p:spPr>
        <p:txBody>
          <a:bodyPr wrap="square" rtlCol="0" anchor="ctr" lIns="36000" rIns="36000" tIns="36000" bIns="36000">
            <a:noAutofit/>
          </a:bodyPr>
          <a:lstStyle/>
          <a:p>
            <a:pPr algn="l">
              <a:defRPr sz="880" b="1">
                <a:solidFill>
                  <a:srgbClr val="D97706"/>
                </a:solidFill>
              </a:defRPr>
            </a:pPr>
            <a:r>
              <a:rPr lang="zh-CN" altLang="en-US" sz="880" b="1">
                <a:solidFill>
                  <a:srgbClr val="D97706"/>
                </a:solidFill>
                <a:latin typeface="微软雅黑"/>
                <a:ea typeface="微软雅黑"/>
              </a:rPr>
              <a:t>MQ集群</a:t>
            </a:r>
            <a:endParaRPr lang="zh-CN" altLang="en-US" sz="880" b="1"/>
          </a:p>
        </p:txBody>
      </p:sp>
      <p:sp>
        <p:nvSpPr>
          <p:cNvPr id="70" name="mqServer1"/>
          <p:cNvSpPr/>
          <p:nvPr/>
        </p:nvSpPr>
        <p:spPr>
          <a:xfrm>
            <a:off x="8590000" y="4850000"/>
            <a:ext cx="870000" cy="385200"/>
          </a:xfrm>
          <a:prstGeom prst="roundRect">
            <a:avLst/>
          </a:prstGeom>
          <a:solidFill>
            <a:srgbClr val="FFFFFF"/>
          </a:solidFill>
          <a:ln w="12700">
            <a:solidFill>
              <a:srgbClr val="D97706"/>
            </a:solidFill>
          </a:ln>
        </p:spPr>
        <p:txBody>
          <a:bodyPr wrap="square" rtlCol="0" anchor="ctr" lIns="36000" rIns="36000" tIns="36000" bIns="36000">
            <a:noAutofit/>
          </a:bodyPr>
          <a:lstStyle/>
          <a:p>
            <a:pPr algn="ctr">
              <a:defRPr sz="760" b="1">
                <a:solidFill>
                  <a:srgbClr val="7C2D12"/>
                </a:solidFill>
              </a:defRPr>
            </a:pPr>
            <a:r>
              <a:rPr lang="zh-CN" altLang="en-US" sz="760" b="1">
                <a:solidFill>
                  <a:srgbClr val="7C2D12"/>
                </a:solidFill>
                <a:latin typeface="微软雅黑"/>
                <a:ea typeface="微软雅黑"/>
              </a:rPr>
              <a:t>ierp-p-admq1</a:t>
            </a:r>
            <a:endParaRPr lang="zh-CN" altLang="en-US" sz="760" b="1"/>
          </a:p>
          <a:p>
            <a:pPr algn="ctr">
              <a:defRPr sz="620">
                <a:solidFill>
                  <a:srgbClr val="495057"/>
                </a:solidFill>
              </a:defRPr>
            </a:pPr>
            <a:r>
              <a:rPr lang="zh-CN" altLang="en-US" sz="620">
                <a:solidFill>
                  <a:srgbClr val="495057"/>
                </a:solidFill>
                <a:latin typeface="微软雅黑"/>
                <a:ea typeface="微软雅黑"/>
              </a:rPr>
              <a:t>XX.XX.162.86</a:t>
            </a:r>
            <a:endParaRPr lang="zh-CN" altLang="en-US" sz="620"/>
          </a:p>
          <a:p>
            <a:pPr algn="ctr">
              <a:defRPr sz="560">
                <a:solidFill>
                  <a:srgbClr val="495057"/>
                </a:solidFill>
              </a:defRPr>
            </a:pPr>
            <a:r>
              <a:rPr lang="zh-CN" altLang="en-US" sz="560">
                <a:solidFill>
                  <a:srgbClr val="495057"/>
                </a:solidFill>
                <a:latin typeface="微软雅黑"/>
                <a:ea typeface="微软雅黑"/>
              </a:rPr>
              <a:t>8C 16G 300G</a:t>
            </a:r>
            <a:endParaRPr lang="zh-CN" altLang="en-US" sz="560"/>
          </a:p>
        </p:txBody>
      </p:sp>
      <p:sp>
        <p:nvSpPr>
          <p:cNvPr id="71" name="mqServer2"/>
          <p:cNvSpPr/>
          <p:nvPr/>
        </p:nvSpPr>
        <p:spPr>
          <a:xfrm>
            <a:off x="9530000" y="4850000"/>
            <a:ext cx="870000" cy="385200"/>
          </a:xfrm>
          <a:prstGeom prst="roundRect">
            <a:avLst/>
          </a:prstGeom>
          <a:solidFill>
            <a:srgbClr val="FFFFFF"/>
          </a:solidFill>
          <a:ln w="12700">
            <a:solidFill>
              <a:srgbClr val="D97706"/>
            </a:solidFill>
          </a:ln>
        </p:spPr>
        <p:txBody>
          <a:bodyPr wrap="square" rtlCol="0" anchor="ctr" lIns="36000" rIns="36000" tIns="36000" bIns="36000">
            <a:noAutofit/>
          </a:bodyPr>
          <a:lstStyle/>
          <a:p>
            <a:pPr algn="ctr">
              <a:defRPr sz="760" b="1">
                <a:solidFill>
                  <a:srgbClr val="7C2D12"/>
                </a:solidFill>
              </a:defRPr>
            </a:pPr>
            <a:r>
              <a:rPr lang="zh-CN" altLang="en-US" sz="760" b="1">
                <a:solidFill>
                  <a:srgbClr val="7C2D12"/>
                </a:solidFill>
                <a:latin typeface="微软雅黑"/>
                <a:ea typeface="微软雅黑"/>
              </a:rPr>
              <a:t>ierp-p-admq2</a:t>
            </a:r>
            <a:endParaRPr lang="zh-CN" altLang="en-US" sz="760" b="1"/>
          </a:p>
          <a:p>
            <a:pPr algn="ctr">
              <a:defRPr sz="620">
                <a:solidFill>
                  <a:srgbClr val="495057"/>
                </a:solidFill>
              </a:defRPr>
            </a:pPr>
            <a:r>
              <a:rPr lang="zh-CN" altLang="en-US" sz="620">
                <a:solidFill>
                  <a:srgbClr val="495057"/>
                </a:solidFill>
                <a:latin typeface="微软雅黑"/>
                <a:ea typeface="微软雅黑"/>
              </a:rPr>
              <a:t>XX.XX.162.87</a:t>
            </a:r>
            <a:endParaRPr lang="zh-CN" altLang="en-US" sz="620"/>
          </a:p>
          <a:p>
            <a:pPr algn="ctr">
              <a:defRPr sz="560">
                <a:solidFill>
                  <a:srgbClr val="495057"/>
                </a:solidFill>
              </a:defRPr>
            </a:pPr>
            <a:r>
              <a:rPr lang="zh-CN" altLang="en-US" sz="560">
                <a:solidFill>
                  <a:srgbClr val="495057"/>
                </a:solidFill>
                <a:latin typeface="微软雅黑"/>
                <a:ea typeface="微软雅黑"/>
              </a:rPr>
              <a:t>8C 16G 300G</a:t>
            </a:r>
            <a:endParaRPr lang="zh-CN" altLang="en-US" sz="560"/>
          </a:p>
        </p:txBody>
      </p:sp>
      <p:sp>
        <p:nvSpPr>
          <p:cNvPr id="72" name="mqServer3"/>
          <p:cNvSpPr/>
          <p:nvPr/>
        </p:nvSpPr>
        <p:spPr>
          <a:xfrm>
            <a:off x="10470000" y="4850000"/>
            <a:ext cx="870000" cy="385200"/>
          </a:xfrm>
          <a:prstGeom prst="roundRect">
            <a:avLst/>
          </a:prstGeom>
          <a:solidFill>
            <a:srgbClr val="FFFFFF"/>
          </a:solidFill>
          <a:ln w="12700">
            <a:solidFill>
              <a:srgbClr val="D97706"/>
            </a:solidFill>
          </a:ln>
        </p:spPr>
        <p:txBody>
          <a:bodyPr wrap="square" rtlCol="0" anchor="ctr" lIns="36000" rIns="36000" tIns="36000" bIns="36000">
            <a:noAutofit/>
          </a:bodyPr>
          <a:lstStyle/>
          <a:p>
            <a:pPr algn="ctr">
              <a:defRPr sz="760" b="1">
                <a:solidFill>
                  <a:srgbClr val="7C2D12"/>
                </a:solidFill>
              </a:defRPr>
            </a:pPr>
            <a:r>
              <a:rPr lang="zh-CN" altLang="en-US" sz="760" b="1">
                <a:solidFill>
                  <a:srgbClr val="7C2D12"/>
                </a:solidFill>
                <a:latin typeface="微软雅黑"/>
                <a:ea typeface="微软雅黑"/>
              </a:rPr>
              <a:t>ierp-p-admq2</a:t>
            </a:r>
            <a:endParaRPr lang="zh-CN" altLang="en-US" sz="760" b="1"/>
          </a:p>
          <a:p>
            <a:pPr algn="ctr">
              <a:defRPr sz="620">
                <a:solidFill>
                  <a:srgbClr val="495057"/>
                </a:solidFill>
              </a:defRPr>
            </a:pPr>
            <a:r>
              <a:rPr lang="zh-CN" altLang="en-US" sz="620">
                <a:solidFill>
                  <a:srgbClr val="495057"/>
                </a:solidFill>
                <a:latin typeface="微软雅黑"/>
                <a:ea typeface="微软雅黑"/>
              </a:rPr>
              <a:t>XX.XX.162.88</a:t>
            </a:r>
            <a:endParaRPr lang="zh-CN" altLang="en-US" sz="620"/>
          </a:p>
          <a:p>
            <a:pPr algn="ctr">
              <a:defRPr sz="560">
                <a:solidFill>
                  <a:srgbClr val="495057"/>
                </a:solidFill>
              </a:defRPr>
            </a:pPr>
            <a:r>
              <a:rPr lang="zh-CN" altLang="en-US" sz="560">
                <a:solidFill>
                  <a:srgbClr val="495057"/>
                </a:solidFill>
                <a:latin typeface="微软雅黑"/>
                <a:ea typeface="微软雅黑"/>
              </a:rPr>
              <a:t>8C 16G 300G</a:t>
            </a:r>
            <a:endParaRPr lang="zh-CN" altLang="en-US" sz="560"/>
          </a:p>
        </p:txBody>
      </p:sp>
      <p:cxnSp>
        <p:nvCxnSpPr>
          <p:cNvPr id="73" name="Connector 73"/>
          <p:cNvCxnSpPr/>
          <p:nvPr/>
        </p:nvCxnSpPr>
        <p:spPr>
          <a:xfrm>
            <a:off x="5550000" y="4000000"/>
            <a:ext cx="4415000" cy="600000"/>
          </a:xfrm>
          <a:prstGeom prst="line">
            <a:avLst/>
          </a:prstGeom>
          <a:ln w="19050">
            <a:solidFill>
              <a:srgbClr val="D97706"/>
            </a:solidFill>
            <a:tailEnd type="stealth"/>
          </a:ln>
        </p:spPr>
      </p:cxnSp>
      <p:sp>
        <p:nvSpPr>
          <p:cNvPr id="74" name="LineLabel"/>
          <p:cNvSpPr/>
          <p:nvPr/>
        </p:nvSpPr>
        <p:spPr>
          <a:xfrm>
            <a:off x="7517500" y="4210000"/>
            <a:ext cx="480000" cy="180000"/>
          </a:xfrm>
          <a:prstGeom prst="roundRect">
            <a:avLst/>
          </a:prstGeom>
          <a:solidFill>
            <a:srgbClr val="FFFFFF"/>
          </a:solidFill>
          <a:ln w="12700">
            <a:solidFill>
              <a:srgbClr val="D97706"/>
            </a:solidFill>
          </a:ln>
        </p:spPr>
        <p:txBody>
          <a:bodyPr wrap="square" rtlCol="0" anchor="ctr" lIns="36000" rIns="36000" tIns="36000" bIns="36000">
            <a:noAutofit/>
          </a:bodyPr>
          <a:lstStyle/>
          <a:p>
            <a:pPr algn="ctr">
              <a:defRPr sz="620" b="1">
                <a:solidFill>
                  <a:srgbClr val="D97706"/>
                </a:solidFill>
              </a:defRPr>
            </a:pPr>
            <a:r>
              <a:rPr lang="zh-CN" altLang="en-US" sz="620" b="1">
                <a:solidFill>
                  <a:srgbClr val="D97706"/>
                </a:solidFill>
                <a:latin typeface="微软雅黑"/>
                <a:ea typeface="微软雅黑"/>
              </a:rPr>
              <a:t>5672</a:t>
            </a:r>
            <a:endParaRPr lang="zh-CN" altLang="en-US" sz="620" b="1"/>
          </a:p>
        </p:txBody>
      </p:sp>
      <p:sp>
        <p:nvSpPr>
          <p:cNvPr id="75" name="elkShell"/>
          <p:cNvSpPr/>
          <p:nvPr/>
        </p:nvSpPr>
        <p:spPr>
          <a:xfrm>
            <a:off x="2430000" y="5455000"/>
            <a:ext cx="2910000" cy="735000"/>
          </a:xfrm>
          <a:prstGeom prst="roundRect">
            <a:avLst/>
          </a:prstGeom>
          <a:solidFill>
            <a:srgbClr val="F3F0FF"/>
          </a:solidFill>
          <a:ln w="19050">
            <a:solidFill>
              <a:srgbClr val="4361EE"/>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76" name="elkTitle"/>
          <p:cNvSpPr txBox="1"/>
          <p:nvPr/>
        </p:nvSpPr>
        <p:spPr>
          <a:xfrm>
            <a:off x="2510000" y="5495000"/>
            <a:ext cx="2750000" cy="180000"/>
          </a:xfrm>
          <a:prstGeom prst="rect">
            <a:avLst/>
          </a:prstGeom>
          <a:noFill/>
        </p:spPr>
        <p:txBody>
          <a:bodyPr wrap="square" rtlCol="0" anchor="ctr" lIns="36000" rIns="36000" tIns="36000" bIns="36000">
            <a:noAutofit/>
          </a:bodyPr>
          <a:lstStyle/>
          <a:p>
            <a:pPr algn="l">
              <a:defRPr sz="880" b="1">
                <a:solidFill>
                  <a:srgbClr val="4361EE"/>
                </a:solidFill>
              </a:defRPr>
            </a:pPr>
            <a:r>
              <a:rPr lang="zh-CN" altLang="en-US" sz="880" b="1">
                <a:solidFill>
                  <a:srgbClr val="4361EE"/>
                </a:solidFill>
                <a:latin typeface="微软雅黑"/>
                <a:ea typeface="微软雅黑"/>
              </a:rPr>
              <a:t>ELK日志服务</a:t>
            </a:r>
            <a:endParaRPr lang="zh-CN" altLang="en-US" sz="880" b="1"/>
          </a:p>
        </p:txBody>
      </p:sp>
      <p:sp>
        <p:nvSpPr>
          <p:cNvPr id="77" name="elkServer1"/>
          <p:cNvSpPr/>
          <p:nvPr/>
        </p:nvSpPr>
        <p:spPr>
          <a:xfrm>
            <a:off x="2510000" y="5705000"/>
            <a:ext cx="2750000" cy="385200"/>
          </a:xfrm>
          <a:prstGeom prst="roundRect">
            <a:avLst/>
          </a:prstGeom>
          <a:solidFill>
            <a:srgbClr val="FFFFFF"/>
          </a:solidFill>
          <a:ln w="12700">
            <a:solidFill>
              <a:srgbClr val="4361EE"/>
            </a:solidFill>
          </a:ln>
        </p:spPr>
        <p:txBody>
          <a:bodyPr wrap="square" rtlCol="0" anchor="ctr" lIns="36000" rIns="36000" tIns="36000" bIns="36000">
            <a:noAutofit/>
          </a:bodyPr>
          <a:lstStyle/>
          <a:p>
            <a:pPr algn="ctr">
              <a:defRPr sz="760" b="1">
                <a:solidFill>
                  <a:srgbClr val="2B2D42"/>
                </a:solidFill>
              </a:defRPr>
            </a:pPr>
            <a:r>
              <a:rPr lang="zh-CN" altLang="en-US" sz="760" b="1">
                <a:solidFill>
                  <a:srgbClr val="2B2D42"/>
                </a:solidFill>
                <a:latin typeface="微软雅黑"/>
                <a:ea typeface="微软雅黑"/>
              </a:rPr>
              <a:t>ierp-p-elk</a:t>
            </a:r>
            <a:endParaRPr lang="zh-CN" altLang="en-US" sz="760" b="1"/>
          </a:p>
          <a:p>
            <a:pPr algn="ctr">
              <a:defRPr sz="620">
                <a:solidFill>
                  <a:srgbClr val="495057"/>
                </a:solidFill>
              </a:defRPr>
            </a:pPr>
            <a:r>
              <a:rPr lang="zh-CN" altLang="en-US" sz="620">
                <a:solidFill>
                  <a:srgbClr val="495057"/>
                </a:solidFill>
                <a:latin typeface="微软雅黑"/>
                <a:ea typeface="微软雅黑"/>
              </a:rPr>
              <a:t>XX.XX.162.129</a:t>
            </a:r>
            <a:endParaRPr lang="zh-CN" altLang="en-US" sz="620"/>
          </a:p>
          <a:p>
            <a:pPr algn="ctr">
              <a:defRPr sz="560">
                <a:solidFill>
                  <a:srgbClr val="495057"/>
                </a:solidFill>
              </a:defRPr>
            </a:pPr>
            <a:r>
              <a:rPr lang="zh-CN" altLang="en-US" sz="560">
                <a:solidFill>
                  <a:srgbClr val="495057"/>
                </a:solidFill>
                <a:latin typeface="微软雅黑"/>
                <a:ea typeface="微软雅黑"/>
              </a:rPr>
              <a:t>8C 32G 2048G</a:t>
            </a:r>
            <a:endParaRPr lang="zh-CN" altLang="en-US" sz="560"/>
          </a:p>
        </p:txBody>
      </p:sp>
      <p:cxnSp>
        <p:nvCxnSpPr>
          <p:cNvPr id="78" name="Connector 78"/>
          <p:cNvCxnSpPr/>
          <p:nvPr/>
        </p:nvCxnSpPr>
        <p:spPr>
          <a:xfrm flipH="1">
            <a:off x="3885000" y="4000000"/>
            <a:ext cx="1665000" cy="1455000"/>
          </a:xfrm>
          <a:prstGeom prst="line">
            <a:avLst/>
          </a:prstGeom>
          <a:ln w="19050">
            <a:solidFill>
              <a:srgbClr val="4361EE"/>
            </a:solidFill>
            <a:tailEnd type="stealth"/>
          </a:ln>
        </p:spPr>
      </p:cxnSp>
      <p:sp>
        <p:nvSpPr>
          <p:cNvPr id="79" name="LineLabel"/>
          <p:cNvSpPr/>
          <p:nvPr/>
        </p:nvSpPr>
        <p:spPr>
          <a:xfrm>
            <a:off x="4477500" y="4637500"/>
            <a:ext cx="480000" cy="180000"/>
          </a:xfrm>
          <a:prstGeom prst="roundRect">
            <a:avLst/>
          </a:prstGeom>
          <a:solidFill>
            <a:srgbClr val="FFFFFF"/>
          </a:solidFill>
          <a:ln w="12700">
            <a:solidFill>
              <a:srgbClr val="4361EE"/>
            </a:solidFill>
          </a:ln>
        </p:spPr>
        <p:txBody>
          <a:bodyPr wrap="square" rtlCol="0" anchor="ctr" lIns="36000" rIns="36000" tIns="36000" bIns="36000">
            <a:noAutofit/>
          </a:bodyPr>
          <a:lstStyle/>
          <a:p>
            <a:pPr algn="ctr">
              <a:defRPr sz="620" b="1">
                <a:solidFill>
                  <a:srgbClr val="4361EE"/>
                </a:solidFill>
              </a:defRPr>
            </a:pPr>
            <a:r>
              <a:rPr lang="zh-CN" altLang="en-US" sz="620" b="1">
                <a:solidFill>
                  <a:srgbClr val="4361EE"/>
                </a:solidFill>
                <a:latin typeface="微软雅黑"/>
                <a:ea typeface="微软雅黑"/>
              </a:rPr>
              <a:t>9092,9200</a:t>
            </a:r>
            <a:endParaRPr lang="zh-CN" altLang="en-US" sz="620" b="1"/>
          </a:p>
        </p:txBody>
      </p:sp>
      <p:sp>
        <p:nvSpPr>
          <p:cNvPr id="80" name="nfsShell"/>
          <p:cNvSpPr/>
          <p:nvPr/>
        </p:nvSpPr>
        <p:spPr>
          <a:xfrm>
            <a:off x="5470000" y="5455000"/>
            <a:ext cx="2910000" cy="735000"/>
          </a:xfrm>
          <a:prstGeom prst="roundRect">
            <a:avLst/>
          </a:prstGeom>
          <a:solidFill>
            <a:srgbClr val="FFF7D6"/>
          </a:solidFill>
          <a:ln w="19050">
            <a:solidFill>
              <a:srgbClr val="C99700"/>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81" name="nfsTitle"/>
          <p:cNvSpPr txBox="1"/>
          <p:nvPr/>
        </p:nvSpPr>
        <p:spPr>
          <a:xfrm>
            <a:off x="5550000" y="5495000"/>
            <a:ext cx="2750000" cy="180000"/>
          </a:xfrm>
          <a:prstGeom prst="rect">
            <a:avLst/>
          </a:prstGeom>
          <a:noFill/>
        </p:spPr>
        <p:txBody>
          <a:bodyPr wrap="square" rtlCol="0" anchor="ctr" lIns="36000" rIns="36000" tIns="36000" bIns="36000">
            <a:noAutofit/>
          </a:bodyPr>
          <a:lstStyle/>
          <a:p>
            <a:pPr algn="l">
              <a:defRPr sz="880" b="1">
                <a:solidFill>
                  <a:srgbClr val="C99700"/>
                </a:solidFill>
              </a:defRPr>
            </a:pPr>
            <a:r>
              <a:rPr lang="zh-CN" altLang="en-US" sz="880" b="1">
                <a:solidFill>
                  <a:srgbClr val="C99700"/>
                </a:solidFill>
                <a:latin typeface="微软雅黑"/>
                <a:ea typeface="微软雅黑"/>
              </a:rPr>
              <a:t>共享存储(NFS)</a:t>
            </a:r>
            <a:endParaRPr lang="zh-CN" altLang="en-US" sz="880" b="1"/>
          </a:p>
        </p:txBody>
      </p:sp>
      <p:sp>
        <p:nvSpPr>
          <p:cNvPr id="82" name="nfsServiceOnly"/>
          <p:cNvSpPr/>
          <p:nvPr/>
        </p:nvSpPr>
        <p:spPr>
          <a:xfrm>
            <a:off x="5590000" y="5705000"/>
            <a:ext cx="2670000" cy="395000"/>
          </a:xfrm>
          <a:prstGeom prst="roundRect">
            <a:avLst/>
          </a:prstGeom>
          <a:solidFill>
            <a:srgbClr val="FFFFFF"/>
          </a:solidFill>
          <a:ln w="12700">
            <a:solidFill>
              <a:srgbClr val="C99700"/>
            </a:solidFill>
          </a:ln>
        </p:spPr>
        <p:txBody>
          <a:bodyPr wrap="square" rtlCol="0" anchor="ctr" lIns="36000" rIns="36000" tIns="36000" bIns="36000">
            <a:noAutofit/>
          </a:bodyPr>
          <a:lstStyle/>
          <a:p>
            <a:pPr algn="ctr">
              <a:defRPr sz="820" b="1">
                <a:solidFill>
                  <a:srgbClr val="6B5B00"/>
                </a:solidFill>
              </a:defRPr>
            </a:pPr>
            <a:r>
              <a:rPr lang="zh-CN" altLang="en-US" sz="820" b="1">
                <a:solidFill>
                  <a:srgbClr val="6B5B00"/>
                </a:solidFill>
                <a:latin typeface="微软雅黑"/>
                <a:ea typeface="微软雅黑"/>
              </a:rPr>
              <a:t>共享存储(NFS)</a:t>
            </a:r>
            <a:endParaRPr lang="zh-CN" altLang="en-US" sz="820" b="1"/>
          </a:p>
          <a:p>
            <a:pPr algn="ctr">
              <a:defRPr sz="560">
                <a:solidFill>
                  <a:srgbClr val="495057"/>
                </a:solidFill>
              </a:defRPr>
            </a:pPr>
            <a:r>
              <a:rPr lang="zh-CN" altLang="en-US" sz="560">
                <a:solidFill>
                  <a:srgbClr val="495057"/>
                </a:solidFill>
                <a:latin typeface="微软雅黑"/>
                <a:ea typeface="微软雅黑"/>
              </a:rPr>
              <a:t>ip:/kingdee</a:t>
            </a:r>
            <a:endParaRPr lang="zh-CN" altLang="en-US" sz="560"/>
          </a:p>
          <a:p>
            <a:pPr algn="ctr">
              <a:defRPr sz="540">
                <a:solidFill>
                  <a:srgbClr val="495057"/>
                </a:solidFill>
              </a:defRPr>
            </a:pPr>
            <a:r>
              <a:rPr lang="zh-CN" altLang="en-US" sz="540">
                <a:solidFill>
                  <a:srgbClr val="495057"/>
                </a:solidFill>
                <a:latin typeface="微软雅黑"/>
                <a:ea typeface="微软雅黑"/>
              </a:rPr>
              <a:t>容器持久化（图片附件，轻分析数据）；appst…</a:t>
            </a:r>
            <a:endParaRPr lang="zh-CN" altLang="en-US" sz="540"/>
          </a:p>
        </p:txBody>
      </p:sp>
      <p:cxnSp>
        <p:nvCxnSpPr>
          <p:cNvPr id="83" name="Connector 83"/>
          <p:cNvCxnSpPr/>
          <p:nvPr/>
        </p:nvCxnSpPr>
        <p:spPr>
          <a:xfrm>
            <a:off x="5550000" y="4000000"/>
            <a:ext cx="1375000" cy="1455000"/>
          </a:xfrm>
          <a:prstGeom prst="line">
            <a:avLst/>
          </a:prstGeom>
          <a:ln w="19050">
            <a:solidFill>
              <a:srgbClr val="C99700"/>
            </a:solidFill>
            <a:tailEnd type="stealth"/>
          </a:ln>
        </p:spPr>
      </p:cxnSp>
      <p:sp>
        <p:nvSpPr>
          <p:cNvPr id="84" name="appstoreShell"/>
          <p:cNvSpPr/>
          <p:nvPr/>
        </p:nvSpPr>
        <p:spPr>
          <a:xfrm>
            <a:off x="8510000" y="5455000"/>
            <a:ext cx="2910000" cy="735000"/>
          </a:xfrm>
          <a:prstGeom prst="roundRect">
            <a:avLst/>
          </a:prstGeom>
          <a:solidFill>
            <a:srgbClr val="E7F8F4"/>
          </a:solidFill>
          <a:ln w="19050">
            <a:solidFill>
              <a:srgbClr val="2A9D8F"/>
            </a:solidFill>
          </a:ln>
        </p:spPr>
        <p:txBody>
          <a:bodyPr wrap="square" rtlCol="0" anchor="ctr" lIns="36000" rIns="36000" tIns="36000" bIns="36000">
            <a:noAutofit/>
          </a:bodyPr>
          <a:lstStyle/>
          <a:p>
            <a:pPr algn="ctr">
              <a:defRPr sz="1000">
                <a:solidFill>
                  <a:srgbClr val="000000"/>
                </a:solidFill>
              </a:defRPr>
            </a:pPr>
            <a:r>
              <a:rPr lang="zh-CN" altLang="en-US" sz="1000">
                <a:solidFill>
                  <a:srgbClr val="000000"/>
                </a:solidFill>
                <a:latin typeface="微软雅黑"/>
                <a:ea typeface="微软雅黑"/>
              </a:rPr>
              <a:t/>
            </a:r>
            <a:endParaRPr lang="zh-CN" altLang="en-US" sz="1000"/>
          </a:p>
        </p:txBody>
      </p:sp>
      <p:sp>
        <p:nvSpPr>
          <p:cNvPr id="85" name="appstoreTitle"/>
          <p:cNvSpPr txBox="1"/>
          <p:nvPr/>
        </p:nvSpPr>
        <p:spPr>
          <a:xfrm>
            <a:off x="8590000" y="5495000"/>
            <a:ext cx="2750000" cy="180000"/>
          </a:xfrm>
          <a:prstGeom prst="rect">
            <a:avLst/>
          </a:prstGeom>
          <a:noFill/>
        </p:spPr>
        <p:txBody>
          <a:bodyPr wrap="square" rtlCol="0" anchor="ctr" lIns="36000" rIns="36000" tIns="36000" bIns="36000">
            <a:noAutofit/>
          </a:bodyPr>
          <a:lstStyle/>
          <a:p>
            <a:pPr algn="l">
              <a:defRPr sz="880" b="1">
                <a:solidFill>
                  <a:srgbClr val="2A9D8F"/>
                </a:solidFill>
              </a:defRPr>
            </a:pPr>
            <a:r>
              <a:rPr lang="zh-CN" altLang="en-US" sz="880" b="1">
                <a:solidFill>
                  <a:srgbClr val="2A9D8F"/>
                </a:solidFill>
                <a:latin typeface="微软雅黑"/>
                <a:ea typeface="微软雅黑"/>
              </a:rPr>
              <a:t>AppStore</a:t>
            </a:r>
            <a:endParaRPr lang="zh-CN" altLang="en-US" sz="880" b="1"/>
          </a:p>
        </p:txBody>
      </p:sp>
      <p:sp>
        <p:nvSpPr>
          <p:cNvPr id="86" name="appstoreServiceOnly"/>
          <p:cNvSpPr/>
          <p:nvPr/>
        </p:nvSpPr>
        <p:spPr>
          <a:xfrm>
            <a:off x="8630000" y="5705000"/>
            <a:ext cx="2670000" cy="395000"/>
          </a:xfrm>
          <a:prstGeom prst="roundRect">
            <a:avLst/>
          </a:prstGeom>
          <a:solidFill>
            <a:srgbClr val="FFFFFF"/>
          </a:solidFill>
          <a:ln w="12700">
            <a:solidFill>
              <a:srgbClr val="2A9D8F"/>
            </a:solidFill>
          </a:ln>
        </p:spPr>
        <p:txBody>
          <a:bodyPr wrap="square" rtlCol="0" anchor="ctr" lIns="36000" rIns="36000" tIns="36000" bIns="36000">
            <a:noAutofit/>
          </a:bodyPr>
          <a:lstStyle/>
          <a:p>
            <a:pPr algn="ctr">
              <a:defRPr sz="820" b="1">
                <a:solidFill>
                  <a:srgbClr val="1F4E46"/>
                </a:solidFill>
              </a:defRPr>
            </a:pPr>
            <a:r>
              <a:rPr lang="zh-CN" altLang="en-US" sz="820" b="1">
                <a:solidFill>
                  <a:srgbClr val="1F4E46"/>
                </a:solidFill>
                <a:latin typeface="微软雅黑"/>
                <a:ea typeface="微软雅黑"/>
              </a:rPr>
              <a:t>AppStore</a:t>
            </a:r>
            <a:endParaRPr lang="zh-CN" altLang="en-US" sz="820" b="1"/>
          </a:p>
          <a:p>
            <a:pPr algn="ctr">
              <a:defRPr sz="640">
                <a:solidFill>
                  <a:srgbClr val="495057"/>
                </a:solidFill>
              </a:defRPr>
            </a:pPr>
            <a:r>
              <a:rPr lang="zh-CN" altLang="en-US" sz="640">
                <a:solidFill>
                  <a:srgbClr val="495057"/>
                </a:solidFill>
                <a:latin typeface="微软雅黑"/>
                <a:ea typeface="微软雅黑"/>
              </a:rPr>
              <a:t>端口 8090</a:t>
            </a:r>
            <a:endParaRPr lang="zh-CN" altLang="en-US" sz="640"/>
          </a:p>
          <a:p>
            <a:pPr algn="ctr">
              <a:defRPr sz="560">
                <a:solidFill>
                  <a:srgbClr val="495057"/>
                </a:solidFill>
              </a:defRPr>
            </a:pPr>
            <a:r>
              <a:rPr lang="zh-CN" altLang="en-US" sz="560">
                <a:solidFill>
                  <a:srgbClr val="495057"/>
                </a:solidFill>
                <a:latin typeface="微软雅黑"/>
                <a:ea typeface="微软雅黑"/>
              </a:rPr>
              <a:t>ip:8090/appstore</a:t>
            </a:r>
            <a:endParaRPr lang="zh-CN" altLang="en-US" sz="560"/>
          </a:p>
        </p:txBody>
      </p:sp>
      <p:cxnSp>
        <p:nvCxnSpPr>
          <p:cNvPr id="87" name="Connector 87"/>
          <p:cNvCxnSpPr/>
          <p:nvPr/>
        </p:nvCxnSpPr>
        <p:spPr>
          <a:xfrm>
            <a:off x="5550000" y="4000000"/>
            <a:ext cx="4415000" cy="1455000"/>
          </a:xfrm>
          <a:prstGeom prst="line">
            <a:avLst/>
          </a:prstGeom>
          <a:ln w="19050">
            <a:solidFill>
              <a:srgbClr val="2A9D8F"/>
            </a:solidFill>
            <a:tailEnd type="stealth"/>
          </a:ln>
        </p:spPr>
      </p:cxnSp>
      <p:sp>
        <p:nvSpPr>
          <p:cNvPr id="88" name="LineLabel"/>
          <p:cNvSpPr/>
          <p:nvPr/>
        </p:nvSpPr>
        <p:spPr>
          <a:xfrm>
            <a:off x="7517500" y="4637500"/>
            <a:ext cx="480000" cy="180000"/>
          </a:xfrm>
          <a:prstGeom prst="roundRect">
            <a:avLst/>
          </a:prstGeom>
          <a:solidFill>
            <a:srgbClr val="FFFFFF"/>
          </a:solidFill>
          <a:ln w="12700">
            <a:solidFill>
              <a:srgbClr val="2A9D8F"/>
            </a:solidFill>
          </a:ln>
        </p:spPr>
        <p:txBody>
          <a:bodyPr wrap="square" rtlCol="0" anchor="ctr" lIns="36000" rIns="36000" tIns="36000" bIns="36000">
            <a:noAutofit/>
          </a:bodyPr>
          <a:lstStyle/>
          <a:p>
            <a:pPr algn="ctr">
              <a:defRPr sz="620" b="1">
                <a:solidFill>
                  <a:srgbClr val="2A9D8F"/>
                </a:solidFill>
              </a:defRPr>
            </a:pPr>
            <a:r>
              <a:rPr lang="zh-CN" altLang="en-US" sz="620" b="1">
                <a:solidFill>
                  <a:srgbClr val="2A9D8F"/>
                </a:solidFill>
                <a:latin typeface="微软雅黑"/>
                <a:ea typeface="微软雅黑"/>
              </a:rPr>
              <a:t>8090</a:t>
            </a:r>
            <a:endParaRPr lang="zh-CN" altLang="en-US" sz="620" b="1"/>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4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10930</TotalTime>
  <Words>140</Words>
  <Application>Microsoft Office PowerPoint</Application>
  <PresentationFormat>宽屏</PresentationFormat>
  <Paragraphs>76</Paragraphs>
  <Slides>1</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vt:i4>
      </vt:variant>
    </vt:vector>
  </HeadingPairs>
  <TitlesOfParts>
    <vt:vector size="11" baseType="lpstr">
      <vt:lpstr>FZLanTingHei-R-GBK</vt:lpstr>
      <vt:lpstr>Heiti SC Medium</vt:lpstr>
      <vt:lpstr>Microsoft YaHei</vt:lpstr>
      <vt:lpstr>Microsoft YaHei</vt:lpstr>
      <vt:lpstr>Microsoft YaHei Light</vt:lpstr>
      <vt:lpstr>Arial</vt:lpstr>
      <vt:lpstr>Calibri</vt:lpstr>
      <vt:lpstr>Wingdings</vt:lpstr>
      <vt:lpstr>4_Office 主题​​</vt:lpstr>
      <vt:lpstr>think-cell 幻灯片</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李敏</dc:creator>
  <cp:lastModifiedBy>Administrator</cp:lastModifiedBy>
  <cp:revision>473</cp:revision>
  <dcterms:created xsi:type="dcterms:W3CDTF">2024-01-02T06:39:28Z</dcterms:created>
  <dcterms:modified xsi:type="dcterms:W3CDTF">2026-04-19T09:23:07Z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2052-11.1.0.9192</vt:lpwstr>
  </property>
</Properties>
</file>
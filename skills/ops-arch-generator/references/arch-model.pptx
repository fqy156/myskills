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60" r:id="rId1"/>
  </p:sldMasterIdLst>
  <p:notesMasterIdLst>
    <p:notesMasterId r:id="rId3"/>
  </p:notesMasterIdLst>
  <p:handoutMasterIdLst>
    <p:handoutMasterId r:id="rId4"/>
  </p:handoutMasterIdLst>
  <p:sldIdLst>
    <p:sldId id="2147481810"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5EC29B2-0182-BA45-920F-082F96231AAE}">
          <p14:sldIdLst>
            <p14:sldId id="214748181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302" userDrawn="1">
          <p15:clr>
            <a:srgbClr val="A4A3A4"/>
          </p15:clr>
        </p15:guide>
        <p15:guide id="4" pos="7491" userDrawn="1">
          <p15:clr>
            <a:srgbClr val="A4A3A4"/>
          </p15:clr>
        </p15:guide>
        <p15:guide id="5" orient="horz" pos="187" userDrawn="1">
          <p15:clr>
            <a:srgbClr val="A4A3A4"/>
          </p15:clr>
        </p15:guide>
        <p15:guide id="6" orient="horz" pos="413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用户" initials="Office"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B3C4"/>
    <a:srgbClr val="C270AA"/>
    <a:srgbClr val="08C8C8"/>
    <a:srgbClr val="25C1FB"/>
    <a:srgbClr val="2A70EB"/>
    <a:srgbClr val="00CCFF"/>
    <a:srgbClr val="0086D1"/>
    <a:srgbClr val="A16EFF"/>
    <a:srgbClr val="FFC000"/>
    <a:srgbClr val="00B9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C3C2611-4C71-4FC5-86AE-919BDF0F9419}" styleName="">
    <a:wholeTbl>
      <a:tcTxStyle>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Style>
        <a:tcBdr/>
        <a:fill>
          <a:solidFill>
            <a:srgbClr val="E3E5E8"/>
          </a:solidFill>
        </a:fill>
      </a:tcStyle>
    </a:band2H>
    <a:firstCol>
      <a:tcTxStyle b="on">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4"/>
            </a:schemeClr>
          </a:solidFill>
        </a:fill>
      </a:tcStyle>
    </a:firstCol>
    <a:lastRow>
      <a:tcTxStyle>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4"/>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3" autoAdjust="0"/>
    <p:restoredTop sz="97013"/>
  </p:normalViewPr>
  <p:slideViewPr>
    <p:cSldViewPr snapToGrid="0" snapToObjects="1">
      <p:cViewPr varScale="1">
        <p:scale>
          <a:sx n="89" d="100"/>
          <a:sy n="89" d="100"/>
        </p:scale>
        <p:origin x="92" y="240"/>
      </p:cViewPr>
      <p:guideLst>
        <p:guide orient="horz" pos="2160"/>
        <p:guide pos="3840"/>
        <p:guide pos="302"/>
        <p:guide pos="7491"/>
        <p:guide orient="horz" pos="187"/>
        <p:guide orient="horz" pos="4133"/>
      </p:guideLst>
    </p:cSldViewPr>
  </p:slideViewPr>
  <p:outlineViewPr>
    <p:cViewPr>
      <p:scale>
        <a:sx n="33" d="100"/>
        <a:sy n="33" d="100"/>
      </p:scale>
      <p:origin x="0" y="-4744"/>
    </p:cViewPr>
  </p:outlineViewPr>
  <p:notesTextViewPr>
    <p:cViewPr>
      <p:scale>
        <a:sx n="3" d="2"/>
        <a:sy n="3" d="2"/>
      </p:scale>
      <p:origin x="0" y="0"/>
    </p:cViewPr>
  </p:notesTextViewPr>
  <p:sorterViewPr>
    <p:cViewPr>
      <p:scale>
        <a:sx n="200" d="100"/>
        <a:sy n="200" d="100"/>
      </p:scale>
      <p:origin x="0" y="0"/>
    </p:cViewPr>
  </p:sorterViewPr>
  <p:notesViewPr>
    <p:cSldViewPr snapToGrid="0" snapToObjects="1">
      <p:cViewPr varScale="1">
        <p:scale>
          <a:sx n="91" d="100"/>
          <a:sy n="91" d="100"/>
        </p:scale>
        <p:origin x="336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8CDC8B9-9F7B-933D-0D18-EDEDD8C48F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dirty="0">
              <a:latin typeface="Microsoft YaHei" panose="020B0503020204020204" pitchFamily="34" charset="-122"/>
              <a:ea typeface="Microsoft YaHei" panose="020B0503020204020204" pitchFamily="34" charset="-122"/>
            </a:endParaRPr>
          </a:p>
        </p:txBody>
      </p:sp>
      <p:sp>
        <p:nvSpPr>
          <p:cNvPr id="3" name="日期占位符 2">
            <a:extLst>
              <a:ext uri="{FF2B5EF4-FFF2-40B4-BE49-F238E27FC236}">
                <a16:creationId xmlns:a16="http://schemas.microsoft.com/office/drawing/2014/main" id="{4E00E99A-9B45-17EB-A7E9-3F35FCD561E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1DE19F4-DBB6-494E-8B80-C4CE2BCEE7EC}" type="datetimeFigureOut">
              <a:rPr kumimoji="1" lang="zh-CN" altLang="en-US" smtClean="0">
                <a:latin typeface="Microsoft YaHei" panose="020B0503020204020204" pitchFamily="34" charset="-122"/>
                <a:ea typeface="Microsoft YaHei" panose="020B0503020204020204" pitchFamily="34" charset="-122"/>
              </a:rPr>
              <a:t>2026/4/19</a:t>
            </a:fld>
            <a:endParaRPr kumimoji="1" lang="zh-CN" altLang="en-US"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6B9507DB-2FE3-DDA6-DCB5-084717FC9A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dirty="0">
              <a:latin typeface="Microsoft YaHei" panose="020B0503020204020204" pitchFamily="34" charset="-122"/>
              <a:ea typeface="Microsoft YaHei" panose="020B0503020204020204" pitchFamily="34" charset="-122"/>
            </a:endParaRPr>
          </a:p>
        </p:txBody>
      </p:sp>
      <p:sp>
        <p:nvSpPr>
          <p:cNvPr id="5" name="灯片编号占位符 4">
            <a:extLst>
              <a:ext uri="{FF2B5EF4-FFF2-40B4-BE49-F238E27FC236}">
                <a16:creationId xmlns:a16="http://schemas.microsoft.com/office/drawing/2014/main" id="{B254F7B1-091B-5B31-0898-7C933BA8171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32F7C6-D169-FA41-B673-4CE8B60BE24C}" type="slidenum">
              <a:rPr kumimoji="1" lang="zh-CN" altLang="en-US" smtClean="0">
                <a:latin typeface="Microsoft YaHei" panose="020B0503020204020204" pitchFamily="34" charset="-122"/>
                <a:ea typeface="Microsoft YaHei" panose="020B0503020204020204" pitchFamily="34" charset="-122"/>
              </a:rPr>
              <a:t>‹#›</a:t>
            </a:fld>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75932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Microsoft YaHei" panose="020B0503020204020204" pitchFamily="34" charset="-122"/>
                <a:ea typeface="Microsoft YaHei" panose="020B0503020204020204" pitchFamily="34" charset="-122"/>
              </a:defRPr>
            </a:lvl1pPr>
          </a:lstStyle>
          <a:p>
            <a:endParaRPr kumimoji="1"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Microsoft YaHei" panose="020B0503020204020204" pitchFamily="34" charset="-122"/>
                <a:ea typeface="Microsoft YaHei" panose="020B0503020204020204" pitchFamily="34" charset="-122"/>
              </a:defRPr>
            </a:lvl1pPr>
          </a:lstStyle>
          <a:p>
            <a:fld id="{ECA5D1CA-E7AD-0541-B262-65F1E0DA9722}" type="datetimeFigureOut">
              <a:rPr kumimoji="1" lang="zh-CN" altLang="en-US" smtClean="0"/>
              <a:pPr/>
              <a:t>2026/4/19</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Microsoft YaHei" panose="020B0503020204020204" pitchFamily="34" charset="-122"/>
                <a:ea typeface="Microsoft YaHei" panose="020B0503020204020204" pitchFamily="34" charset="-122"/>
              </a:defRPr>
            </a:lvl1pPr>
          </a:lstStyle>
          <a:p>
            <a:endParaRPr kumimoji="1"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Microsoft YaHei" panose="020B0503020204020204" pitchFamily="34" charset="-122"/>
                <a:ea typeface="Microsoft YaHei" panose="020B0503020204020204" pitchFamily="34" charset="-122"/>
              </a:defRPr>
            </a:lvl1pPr>
          </a:lstStyle>
          <a:p>
            <a:fld id="{7D740BD7-1B7C-F34E-AE28-38FEB5E5D81B}" type="slidenum">
              <a:rPr kumimoji="1" lang="zh-CN" altLang="en-US" smtClean="0"/>
              <a:pPr/>
              <a:t>‹#›</a:t>
            </a:fld>
            <a:endParaRPr kumimoji="1"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1pPr>
    <a:lvl2pPr marL="4572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2pPr>
    <a:lvl3pPr marL="9144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3pPr>
    <a:lvl4pPr marL="13716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4pPr>
    <a:lvl5pPr marL="1828800" algn="l" defTabSz="914400" rtl="0" eaLnBrk="1" latinLnBrk="0" hangingPunct="1">
      <a:defRPr sz="1200" b="0" i="0" kern="1200">
        <a:solidFill>
          <a:schemeClr val="tx1"/>
        </a:solidFill>
        <a:latin typeface="Microsoft YaHei" panose="020B0503020204020204" pitchFamily="34" charset="-122"/>
        <a:ea typeface="Microsoft YaHe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71BD9-156A-16C3-26B8-3519FE2A2C3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DE95869-FB0B-F61D-F967-37DDF57E23D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1D07258-45B9-F27C-4254-C1D248CFB48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7FFF969-480A-2DE3-DF41-C96D4265A16E}"/>
              </a:ext>
            </a:extLst>
          </p:cNvPr>
          <p:cNvSpPr>
            <a:spLocks noGrp="1"/>
          </p:cNvSpPr>
          <p:nvPr>
            <p:ph type="sldNum" sz="quarter" idx="5"/>
          </p:nvPr>
        </p:nvSpPr>
        <p:spPr/>
        <p:txBody>
          <a:bodyPr/>
          <a:lstStyle/>
          <a:p>
            <a:fld id="{764D78B7-773E-4F3B-BEFE-BA1686F3E5CF}" type="slidenum">
              <a:rPr lang="zh-CN" altLang="en-US" smtClean="0"/>
              <a:t>1</a:t>
            </a:fld>
            <a:endParaRPr lang="zh-CN" altLang="en-US"/>
          </a:p>
        </p:txBody>
      </p:sp>
    </p:spTree>
    <p:extLst>
      <p:ext uri="{BB962C8B-B14F-4D97-AF65-F5344CB8AC3E}">
        <p14:creationId xmlns:p14="http://schemas.microsoft.com/office/powerpoint/2010/main" val="22475369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3.GIF"/></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6"/>
            <a:ext cx="12192000" cy="6873679"/>
          </a:xfrm>
          <a:prstGeom prst="rect">
            <a:avLst/>
          </a:prstGeom>
        </p:spPr>
      </p:pic>
      <p:pic>
        <p:nvPicPr>
          <p:cNvPr id="8" name="图片 7"/>
          <p:cNvPicPr>
            <a:picLocks noChangeAspect="1"/>
          </p:cNvPicPr>
          <p:nvPr userDrawn="1"/>
        </p:nvPicPr>
        <p:blipFill>
          <a:blip r:embed="rId3"/>
          <a:stretch>
            <a:fillRect/>
          </a:stretch>
        </p:blipFill>
        <p:spPr>
          <a:xfrm>
            <a:off x="69305" y="85427"/>
            <a:ext cx="2319275" cy="1304423"/>
          </a:xfrm>
          <a:prstGeom prst="rect">
            <a:avLst/>
          </a:prstGeom>
        </p:spPr>
      </p:pic>
      <p:sp>
        <p:nvSpPr>
          <p:cNvPr id="9" name="Rectangle 37"/>
          <p:cNvSpPr/>
          <p:nvPr userDrawn="1"/>
        </p:nvSpPr>
        <p:spPr bwMode="auto">
          <a:xfrm>
            <a:off x="920345" y="6421913"/>
            <a:ext cx="3123019" cy="151979"/>
          </a:xfrm>
          <a:prstGeom prst="rect">
            <a:avLst/>
          </a:prstGeom>
          <a:noFill/>
          <a:ln>
            <a:noFill/>
          </a:ln>
        </p:spPr>
        <p:txBody>
          <a:bodyPr lIns="0" tIns="0" rIns="0" bIns="0" anchor="ctr"/>
          <a:lstStyle/>
          <a:p>
            <a:r>
              <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lang="en-US" altLang="zh-CN"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charset="0"/>
              </a:rPr>
              <a:t>©1993-2022</a:t>
            </a:r>
            <a:r>
              <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5"/>
            <a:ext cx="10515600" cy="1325563"/>
          </a:xfrm>
          <a:prstGeom prst="rect">
            <a:avLst/>
          </a:prstGeom>
        </p:spPr>
        <p:txBody>
          <a:bodyPr vert="horz" lIns="91332" tIns="45718" rIns="91332" bIns="45718" rtlCol="0" anchor="ctr">
            <a:normAutofit/>
          </a:bodyPr>
          <a:lstStyle>
            <a:lvl1pPr>
              <a:defRPr sz="55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3" y="4804913"/>
            <a:ext cx="2750820" cy="405443"/>
          </a:xfrm>
          <a:prstGeom prst="rect">
            <a:avLst/>
          </a:prstGeom>
        </p:spPr>
        <p:txBody>
          <a:bodyPr lIns="89892" tIns="45718" rIns="91332" bIns="45718">
            <a:noAutofit/>
          </a:bodyPr>
          <a:lstStyle>
            <a:lvl1pPr marL="0" indent="0">
              <a:lnSpc>
                <a:spcPct val="130000"/>
              </a:lnSpc>
              <a:spcBef>
                <a:spcPts val="0"/>
              </a:spcBef>
              <a:buNone/>
              <a:defRPr sz="19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0852" indent="-159169">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206" indent="-205522">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0264" indent="-164884">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2158" indent="-213707">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71" y="5226228"/>
            <a:ext cx="2745335" cy="432701"/>
          </a:xfrm>
          <a:prstGeom prst="rect">
            <a:avLst/>
          </a:prstGeom>
        </p:spPr>
        <p:txBody>
          <a:bodyPr lIns="89892" tIns="45718" rIns="91332" bIns="45718">
            <a:noAutofit/>
          </a:bodyPr>
          <a:lstStyle>
            <a:lvl1pPr marL="0" indent="0" algn="l">
              <a:lnSpc>
                <a:spcPct val="130000"/>
              </a:lnSpc>
              <a:spcBef>
                <a:spcPts val="0"/>
              </a:spcBef>
              <a:buNone/>
              <a:defRPr sz="1900" b="1"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0852" indent="-159169">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206" indent="-205522">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0264" indent="-164884">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2158" indent="-213707">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5" y="5667555"/>
            <a:ext cx="2750820" cy="301924"/>
          </a:xfrm>
          <a:prstGeom prst="rect">
            <a:avLst/>
          </a:prstGeom>
        </p:spPr>
        <p:txBody>
          <a:bodyPr lIns="89892" tIns="45718" rIns="91332" bIns="45718">
            <a:noAutofit/>
          </a:bodyPr>
          <a:lstStyle>
            <a:lvl1pPr marL="0" indent="0">
              <a:lnSpc>
                <a:spcPct val="130000"/>
              </a:lnSpc>
              <a:spcBef>
                <a:spcPts val="0"/>
              </a:spcBef>
              <a:buNone/>
              <a:defRPr sz="15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0852" indent="-159169">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206" indent="-205522">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0264" indent="-164884">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2158" indent="-213707">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en-US" altLang="zh-CN" dirty="0"/>
              <a:t>2022.01.01</a:t>
            </a:r>
            <a:endParaRPr lang="zh-CN" altLang="en-US" dirty="0"/>
          </a:p>
        </p:txBody>
      </p:sp>
      <p:sp>
        <p:nvSpPr>
          <p:cNvPr id="13" name="Text Box 2"/>
          <p:cNvSpPr txBox="1"/>
          <p:nvPr userDrawn="1"/>
        </p:nvSpPr>
        <p:spPr>
          <a:xfrm>
            <a:off x="3440895" y="6409075"/>
            <a:ext cx="1462116" cy="184666"/>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dirty="0">
                <a:solidFill>
                  <a:srgbClr val="1770EA">
                    <a:lumMod val="75000"/>
                  </a:srgbClr>
                </a:solidFill>
              </a:rPr>
              <a:t> </a:t>
            </a:r>
            <a:r>
              <a:rPr lang="zh-CN" altLang="zh-CN" sz="900" dirty="0">
                <a:solidFill>
                  <a:srgbClr val="1770EA">
                    <a:lumMod val="75000"/>
                  </a:srgbClr>
                </a:solidFill>
                <a:latin typeface="微软雅黑" panose="020B0503020204020204" pitchFamily="34" charset="-122"/>
                <a:ea typeface="微软雅黑" panose="020B0503020204020204" pitchFamily="34" charset="-122"/>
              </a:rPr>
              <a:t>①</a:t>
            </a:r>
            <a:r>
              <a:rPr lang="zh-CN" altLang="en-US" sz="900" dirty="0">
                <a:solidFill>
                  <a:srgbClr val="1770EA">
                    <a:lumMod val="75000"/>
                  </a:srgbClr>
                </a:solidFill>
                <a:latin typeface="微软雅黑" panose="020B0503020204020204" pitchFamily="34" charset="-122"/>
                <a:ea typeface="微软雅黑" panose="020B0503020204020204" pitchFamily="34" charset="-122"/>
              </a:rPr>
              <a:t> </a:t>
            </a:r>
            <a:r>
              <a:rPr lang="zh-CN" altLang="zh-CN" sz="900" dirty="0">
                <a:solidFill>
                  <a:srgbClr val="1770EA">
                    <a:lumMod val="75000"/>
                  </a:srgbClr>
                </a:solidFill>
                <a:latin typeface="微软雅黑" panose="020B0503020204020204" pitchFamily="34" charset="-122"/>
                <a:ea typeface="微软雅黑" panose="020B0503020204020204" pitchFamily="34" charset="-122"/>
              </a:rPr>
              <a:t>绝密信息 严禁泄露</a:t>
            </a:r>
            <a:endParaRPr sz="900" dirty="0">
              <a:solidFill>
                <a:srgbClr val="1770EA">
                  <a:lumMod val="75000"/>
                </a:srgbClr>
              </a:solidFill>
            </a:endParaRPr>
          </a:p>
        </p:txBody>
      </p:sp>
    </p:spTree>
    <p:extLst>
      <p:ext uri="{BB962C8B-B14F-4D97-AF65-F5344CB8AC3E}">
        <p14:creationId xmlns:p14="http://schemas.microsoft.com/office/powerpoint/2010/main" val="3144717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60" y="0"/>
            <a:ext cx="12186080" cy="6858000"/>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11" name="Text Box 5"/>
          <p:cNvSpPr txBox="1">
            <a:spLocks noChangeArrowheads="1"/>
          </p:cNvSpPr>
          <p:nvPr userDrawn="1"/>
        </p:nvSpPr>
        <p:spPr bwMode="auto">
          <a:xfrm>
            <a:off x="11585877" y="6432188"/>
            <a:ext cx="209883"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9" name="文本占位符 18"/>
          <p:cNvSpPr>
            <a:spLocks noGrp="1"/>
          </p:cNvSpPr>
          <p:nvPr>
            <p:ph type="body" sz="quarter" idx="13" hasCustomPrompt="1"/>
          </p:nvPr>
        </p:nvSpPr>
        <p:spPr>
          <a:xfrm>
            <a:off x="408475" y="2809833"/>
            <a:ext cx="1052336" cy="751495"/>
          </a:xfrm>
          <a:prstGeom prst="rect">
            <a:avLst/>
          </a:prstGeom>
        </p:spPr>
        <p:txBody>
          <a:bodyPr lIns="91332" tIns="45718" rIns="91332" bIns="45718">
            <a:noAutofit/>
          </a:bodyPr>
          <a:lstStyle>
            <a:lvl1pPr marL="0" indent="0">
              <a:buNone/>
              <a:defRPr sz="5500" b="1">
                <a:solidFill>
                  <a:srgbClr val="2A71EC"/>
                </a:solidFill>
              </a:defRPr>
            </a:lvl1pPr>
          </a:lstStyle>
          <a:p>
            <a:pPr lvl="0"/>
            <a:r>
              <a:rPr kumimoji="1" lang="en-US" altLang="zh-CN" dirty="0"/>
              <a:t>02</a:t>
            </a:r>
            <a:endParaRPr kumimoji="1" lang="zh-CN" altLang="en-US" dirty="0"/>
          </a:p>
        </p:txBody>
      </p:sp>
      <p:sp>
        <p:nvSpPr>
          <p:cNvPr id="20" name="文本占位符 18"/>
          <p:cNvSpPr>
            <a:spLocks noGrp="1"/>
          </p:cNvSpPr>
          <p:nvPr>
            <p:ph type="body" sz="quarter" idx="14" hasCustomPrompt="1"/>
          </p:nvPr>
        </p:nvSpPr>
        <p:spPr>
          <a:xfrm>
            <a:off x="408475" y="3889909"/>
            <a:ext cx="1052336" cy="673771"/>
          </a:xfrm>
          <a:prstGeom prst="rect">
            <a:avLst/>
          </a:prstGeom>
        </p:spPr>
        <p:txBody>
          <a:bodyPr lIns="91332" tIns="45718" rIns="91332" bIns="45718">
            <a:noAutofit/>
          </a:bodyPr>
          <a:lstStyle>
            <a:lvl1pPr marL="0" indent="0">
              <a:buNone/>
              <a:defRPr sz="5500" b="1">
                <a:solidFill>
                  <a:srgbClr val="2A71EC"/>
                </a:solidFill>
              </a:defRPr>
            </a:lvl1pPr>
          </a:lstStyle>
          <a:p>
            <a:pPr lvl="0"/>
            <a:r>
              <a:rPr kumimoji="1" lang="en-US" altLang="zh-CN" dirty="0"/>
              <a:t>03</a:t>
            </a:r>
            <a:endParaRPr kumimoji="1" lang="zh-CN" altLang="en-US" dirty="0"/>
          </a:p>
        </p:txBody>
      </p:sp>
      <p:sp>
        <p:nvSpPr>
          <p:cNvPr id="22" name="文本占位符 21"/>
          <p:cNvSpPr>
            <a:spLocks noGrp="1"/>
          </p:cNvSpPr>
          <p:nvPr>
            <p:ph type="body" sz="quarter" idx="15" hasCustomPrompt="1"/>
          </p:nvPr>
        </p:nvSpPr>
        <p:spPr>
          <a:xfrm>
            <a:off x="1637849" y="1688801"/>
            <a:ext cx="6602907" cy="410835"/>
          </a:xfrm>
          <a:prstGeom prst="rect">
            <a:avLst/>
          </a:prstGeom>
        </p:spPr>
        <p:txBody>
          <a:bodyPr lIns="91332" tIns="45718" rIns="91332" bIns="45718">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p:cNvSpPr>
            <a:spLocks noGrp="1"/>
          </p:cNvSpPr>
          <p:nvPr>
            <p:ph type="body" sz="quarter" idx="16" hasCustomPrompt="1"/>
          </p:nvPr>
        </p:nvSpPr>
        <p:spPr>
          <a:xfrm>
            <a:off x="1637849" y="2142503"/>
            <a:ext cx="6602907" cy="285116"/>
          </a:xfrm>
          <a:prstGeom prst="rect">
            <a:avLst/>
          </a:prstGeom>
        </p:spPr>
        <p:txBody>
          <a:bodyPr lIns="91332" tIns="45718" rIns="91332" bIns="45718">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x-none" dirty="0"/>
          </a:p>
        </p:txBody>
      </p:sp>
      <p:sp>
        <p:nvSpPr>
          <p:cNvPr id="25" name="文本占位符 21"/>
          <p:cNvSpPr>
            <a:spLocks noGrp="1"/>
          </p:cNvSpPr>
          <p:nvPr>
            <p:ph type="body" sz="quarter" idx="18" hasCustomPrompt="1"/>
          </p:nvPr>
        </p:nvSpPr>
        <p:spPr>
          <a:xfrm>
            <a:off x="1637849" y="3209303"/>
            <a:ext cx="6602907" cy="285116"/>
          </a:xfrm>
          <a:prstGeom prst="rect">
            <a:avLst/>
          </a:prstGeom>
        </p:spPr>
        <p:txBody>
          <a:bodyPr lIns="91332" tIns="45718" rIns="91332" bIns="45718">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x-none" dirty="0"/>
          </a:p>
        </p:txBody>
      </p:sp>
      <p:sp>
        <p:nvSpPr>
          <p:cNvPr id="27" name="文本占位符 21"/>
          <p:cNvSpPr>
            <a:spLocks noGrp="1"/>
          </p:cNvSpPr>
          <p:nvPr>
            <p:ph type="body" sz="quarter" idx="20" hasCustomPrompt="1"/>
          </p:nvPr>
        </p:nvSpPr>
        <p:spPr>
          <a:xfrm>
            <a:off x="1637849" y="4278567"/>
            <a:ext cx="6602907" cy="285116"/>
          </a:xfrm>
          <a:prstGeom prst="rect">
            <a:avLst/>
          </a:prstGeom>
        </p:spPr>
        <p:txBody>
          <a:bodyPr lIns="91332" tIns="45718" rIns="91332" bIns="45718">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x-none" dirty="0"/>
          </a:p>
        </p:txBody>
      </p:sp>
      <p:sp>
        <p:nvSpPr>
          <p:cNvPr id="28" name="文本占位符 18"/>
          <p:cNvSpPr>
            <a:spLocks noGrp="1"/>
          </p:cNvSpPr>
          <p:nvPr>
            <p:ph type="body" sz="quarter" idx="21" hasCustomPrompt="1"/>
          </p:nvPr>
        </p:nvSpPr>
        <p:spPr>
          <a:xfrm>
            <a:off x="408475" y="4957149"/>
            <a:ext cx="1052336" cy="673771"/>
          </a:xfrm>
          <a:prstGeom prst="rect">
            <a:avLst/>
          </a:prstGeom>
        </p:spPr>
        <p:txBody>
          <a:bodyPr lIns="91332" tIns="45718" rIns="91332" bIns="45718">
            <a:noAutofit/>
          </a:bodyPr>
          <a:lstStyle>
            <a:lvl1pPr marL="0" indent="0">
              <a:buNone/>
              <a:defRPr sz="5500" b="1">
                <a:solidFill>
                  <a:srgbClr val="2A71EC"/>
                </a:solidFill>
              </a:defRPr>
            </a:lvl1pPr>
          </a:lstStyle>
          <a:p>
            <a:pPr lvl="0"/>
            <a:r>
              <a:rPr kumimoji="1" lang="en-US" altLang="zh-CN" dirty="0"/>
              <a:t>04</a:t>
            </a:r>
            <a:endParaRPr kumimoji="1" lang="zh-CN" altLang="en-US" dirty="0"/>
          </a:p>
        </p:txBody>
      </p:sp>
      <p:sp>
        <p:nvSpPr>
          <p:cNvPr id="30" name="文本占位符 21"/>
          <p:cNvSpPr>
            <a:spLocks noGrp="1"/>
          </p:cNvSpPr>
          <p:nvPr>
            <p:ph type="body" sz="quarter" idx="23" hasCustomPrompt="1"/>
          </p:nvPr>
        </p:nvSpPr>
        <p:spPr>
          <a:xfrm>
            <a:off x="1637849" y="5345803"/>
            <a:ext cx="6602907" cy="285116"/>
          </a:xfrm>
          <a:prstGeom prst="rect">
            <a:avLst/>
          </a:prstGeom>
        </p:spPr>
        <p:txBody>
          <a:bodyPr lIns="91332" tIns="45718" rIns="91332" bIns="45718">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x-none" dirty="0"/>
          </a:p>
        </p:txBody>
      </p:sp>
      <p:sp>
        <p:nvSpPr>
          <p:cNvPr id="31" name="文本占位符 21"/>
          <p:cNvSpPr>
            <a:spLocks noGrp="1"/>
          </p:cNvSpPr>
          <p:nvPr>
            <p:ph type="body" sz="quarter" idx="24" hasCustomPrompt="1"/>
          </p:nvPr>
        </p:nvSpPr>
        <p:spPr>
          <a:xfrm>
            <a:off x="10065853" y="1737456"/>
            <a:ext cx="1213281" cy="405045"/>
          </a:xfrm>
          <a:prstGeom prst="rect">
            <a:avLst/>
          </a:prstGeom>
        </p:spPr>
        <p:txBody>
          <a:bodyPr lIns="91332" tIns="45718" rIns="91332" bIns="45718">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p:cNvSpPr>
            <a:spLocks noGrp="1"/>
          </p:cNvSpPr>
          <p:nvPr>
            <p:ph type="body" sz="quarter" idx="25" hasCustomPrompt="1"/>
          </p:nvPr>
        </p:nvSpPr>
        <p:spPr>
          <a:xfrm>
            <a:off x="10065854" y="2816560"/>
            <a:ext cx="1213281" cy="405045"/>
          </a:xfrm>
          <a:prstGeom prst="rect">
            <a:avLst/>
          </a:prstGeom>
        </p:spPr>
        <p:txBody>
          <a:bodyPr lIns="91332" tIns="45718" rIns="91332" bIns="45718">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p:cNvSpPr>
            <a:spLocks noGrp="1"/>
          </p:cNvSpPr>
          <p:nvPr>
            <p:ph type="body" sz="quarter" idx="26" hasCustomPrompt="1"/>
          </p:nvPr>
        </p:nvSpPr>
        <p:spPr>
          <a:xfrm>
            <a:off x="10065854" y="3896708"/>
            <a:ext cx="1213281" cy="405045"/>
          </a:xfrm>
          <a:prstGeom prst="rect">
            <a:avLst/>
          </a:prstGeom>
        </p:spPr>
        <p:txBody>
          <a:bodyPr lIns="91332" tIns="45718" rIns="91332" bIns="45718">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p:cNvSpPr>
            <a:spLocks noGrp="1"/>
          </p:cNvSpPr>
          <p:nvPr>
            <p:ph type="body" sz="quarter" idx="27" hasCustomPrompt="1"/>
          </p:nvPr>
        </p:nvSpPr>
        <p:spPr>
          <a:xfrm>
            <a:off x="10065854" y="4974828"/>
            <a:ext cx="1213281" cy="405045"/>
          </a:xfrm>
          <a:prstGeom prst="rect">
            <a:avLst/>
          </a:prstGeom>
        </p:spPr>
        <p:txBody>
          <a:bodyPr lIns="91332" tIns="45718" rIns="91332" bIns="45718">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7" name="文本占位符 5"/>
          <p:cNvSpPr>
            <a:spLocks noGrp="1"/>
          </p:cNvSpPr>
          <p:nvPr>
            <p:ph type="body" sz="quarter" idx="28"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36" name="文本占位符 21"/>
          <p:cNvSpPr>
            <a:spLocks noGrp="1"/>
          </p:cNvSpPr>
          <p:nvPr>
            <p:ph type="body" sz="quarter" idx="29" hasCustomPrompt="1"/>
          </p:nvPr>
        </p:nvSpPr>
        <p:spPr>
          <a:xfrm>
            <a:off x="1637849" y="2799141"/>
            <a:ext cx="6602907" cy="410835"/>
          </a:xfrm>
          <a:prstGeom prst="rect">
            <a:avLst/>
          </a:prstGeom>
        </p:spPr>
        <p:txBody>
          <a:bodyPr lIns="91332" tIns="45718" rIns="91332" bIns="45718">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p:cNvSpPr>
            <a:spLocks noGrp="1"/>
          </p:cNvSpPr>
          <p:nvPr>
            <p:ph type="body" sz="quarter" idx="30" hasCustomPrompt="1"/>
          </p:nvPr>
        </p:nvSpPr>
        <p:spPr>
          <a:xfrm>
            <a:off x="1637849" y="3876826"/>
            <a:ext cx="6602907" cy="410835"/>
          </a:xfrm>
          <a:prstGeom prst="rect">
            <a:avLst/>
          </a:prstGeom>
        </p:spPr>
        <p:txBody>
          <a:bodyPr lIns="91332" tIns="45718" rIns="91332" bIns="45718">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p:cNvSpPr>
            <a:spLocks noGrp="1"/>
          </p:cNvSpPr>
          <p:nvPr>
            <p:ph type="body" sz="quarter" idx="31" hasCustomPrompt="1"/>
          </p:nvPr>
        </p:nvSpPr>
        <p:spPr>
          <a:xfrm>
            <a:off x="1637849" y="4938185"/>
            <a:ext cx="6602907" cy="410835"/>
          </a:xfrm>
          <a:prstGeom prst="rect">
            <a:avLst/>
          </a:prstGeom>
        </p:spPr>
        <p:txBody>
          <a:bodyPr lIns="91332" tIns="45718" rIns="91332" bIns="45718">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p:cNvSpPr>
            <a:spLocks noGrp="1"/>
          </p:cNvSpPr>
          <p:nvPr>
            <p:ph type="body" sz="quarter" idx="32" hasCustomPrompt="1"/>
          </p:nvPr>
        </p:nvSpPr>
        <p:spPr>
          <a:xfrm>
            <a:off x="392145" y="1650433"/>
            <a:ext cx="1052336" cy="830675"/>
          </a:xfrm>
          <a:prstGeom prst="rect">
            <a:avLst/>
          </a:prstGeom>
        </p:spPr>
        <p:txBody>
          <a:bodyPr lIns="91332" tIns="45718" rIns="91332" bIns="45718">
            <a:noAutofit/>
          </a:bodyPr>
          <a:lstStyle>
            <a:lvl1pPr marL="0" indent="0">
              <a:buNone/>
              <a:defRPr sz="5500" b="1">
                <a:solidFill>
                  <a:srgbClr val="2A71EC"/>
                </a:solidFill>
              </a:defRPr>
            </a:lvl1pPr>
          </a:lstStyle>
          <a:p>
            <a:pPr lvl="0"/>
            <a:r>
              <a:rPr kumimoji="1" lang="en-US" altLang="zh-CN" dirty="0"/>
              <a:t>01</a:t>
            </a:r>
            <a:endParaRPr kumimoji="1" lang="zh-CN" altLang="en-US" dirty="0"/>
          </a:p>
        </p:txBody>
      </p:sp>
      <p:sp>
        <p:nvSpPr>
          <p:cNvPr id="2" name="Text Box 2">
            <a:extLst>
              <a:ext uri="{FF2B5EF4-FFF2-40B4-BE49-F238E27FC236}">
                <a16:creationId xmlns:a16="http://schemas.microsoft.com/office/drawing/2014/main" id="{BDC5D584-61E7-907C-4B40-9658CE13BA6E}"/>
              </a:ext>
            </a:extLst>
          </p:cNvPr>
          <p:cNvSpPr txBox="1"/>
          <p:nvPr userDrawn="1"/>
        </p:nvSpPr>
        <p:spPr>
          <a:xfrm>
            <a:off x="9909247" y="6411261"/>
            <a:ext cx="1462116" cy="184666"/>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defTabSz="913131">
              <a:defRPr/>
            </a:pPr>
            <a:r>
              <a:rPr sz="900" dirty="0">
                <a:solidFill>
                  <a:srgbClr val="FFFFFF">
                    <a:lumMod val="50000"/>
                  </a:srgbClr>
                </a:solidFill>
              </a:rPr>
              <a:t> </a:t>
            </a:r>
            <a:r>
              <a:rPr lang="zh-CN" altLang="en-US" sz="900" dirty="0">
                <a:solidFill>
                  <a:srgbClr val="FFFFFF">
                    <a:lumMod val="50000"/>
                  </a:srgbClr>
                </a:solidFill>
              </a:rPr>
              <a:t>④ 内部公开 请勿外传</a:t>
            </a:r>
            <a:endParaRPr sz="900" dirty="0">
              <a:solidFill>
                <a:srgbClr val="FFFFFF">
                  <a:lumMod val="50000"/>
                </a:srgbClr>
              </a:solidFill>
            </a:endParaRPr>
          </a:p>
        </p:txBody>
      </p:sp>
    </p:spTree>
    <p:extLst>
      <p:ext uri="{BB962C8B-B14F-4D97-AF65-F5344CB8AC3E}">
        <p14:creationId xmlns:p14="http://schemas.microsoft.com/office/powerpoint/2010/main" val="2002324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6" name="Text Box 5"/>
          <p:cNvSpPr txBox="1">
            <a:spLocks noChangeArrowheads="1"/>
          </p:cNvSpPr>
          <p:nvPr userDrawn="1"/>
        </p:nvSpPr>
        <p:spPr bwMode="auto">
          <a:xfrm>
            <a:off x="11585877" y="6450044"/>
            <a:ext cx="209883" cy="138499"/>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9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0" name="Content Placeholder 5"/>
          <p:cNvSpPr>
            <a:spLocks noGrp="1"/>
          </p:cNvSpPr>
          <p:nvPr>
            <p:ph sz="quarter" idx="12" hasCustomPrompt="1"/>
          </p:nvPr>
        </p:nvSpPr>
        <p:spPr>
          <a:xfrm>
            <a:off x="397213" y="1374244"/>
            <a:ext cx="11206475" cy="4890199"/>
          </a:xfrm>
          <a:prstGeom prst="rect">
            <a:avLst/>
          </a:prstGeom>
        </p:spPr>
        <p:txBody>
          <a:bodyPr lIns="89892" tIns="45718" rIns="91332" bIns="45718">
            <a:noAutofit/>
          </a:bodyPr>
          <a:lstStyle>
            <a:lvl1pPr marL="0" indent="0">
              <a:lnSpc>
                <a:spcPct val="130000"/>
              </a:lnSpc>
              <a:spcBef>
                <a:spcPts val="0"/>
              </a:spcBef>
              <a:buNone/>
              <a:defRPr sz="1900" baseline="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230852" indent="-159169">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206" indent="-205522">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0264" indent="-164884">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2158" indent="-213707">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p:cNvSpPr>
            <a:spLocks noGrp="1"/>
          </p:cNvSpPr>
          <p:nvPr>
            <p:ph type="body" sz="quarter" idx="28"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9"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 name="Text Box 2">
            <a:extLst>
              <a:ext uri="{FF2B5EF4-FFF2-40B4-BE49-F238E27FC236}">
                <a16:creationId xmlns:a16="http://schemas.microsoft.com/office/drawing/2014/main" id="{3E8CB898-BF2C-5FED-5D8E-6648125C5081}"/>
              </a:ext>
            </a:extLst>
          </p:cNvPr>
          <p:cNvSpPr txBox="1"/>
          <p:nvPr userDrawn="1"/>
        </p:nvSpPr>
        <p:spPr>
          <a:xfrm>
            <a:off x="9909247" y="6411261"/>
            <a:ext cx="1462116" cy="184666"/>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defTabSz="913131">
              <a:defRPr/>
            </a:pPr>
            <a:r>
              <a:rPr sz="900" dirty="0">
                <a:solidFill>
                  <a:srgbClr val="FFFFFF">
                    <a:lumMod val="50000"/>
                  </a:srgbClr>
                </a:solidFill>
              </a:rPr>
              <a:t> </a:t>
            </a:r>
            <a:r>
              <a:rPr lang="zh-CN" altLang="en-US" sz="900" dirty="0">
                <a:solidFill>
                  <a:srgbClr val="FFFFFF">
                    <a:lumMod val="50000"/>
                  </a:srgbClr>
                </a:solidFill>
              </a:rPr>
              <a:t>④ 内部公开 请勿外传</a:t>
            </a:r>
            <a:endParaRPr sz="900" dirty="0">
              <a:solidFill>
                <a:srgbClr val="FFFFFF">
                  <a:lumMod val="50000"/>
                </a:srgbClr>
              </a:solidFill>
            </a:endParaRPr>
          </a:p>
        </p:txBody>
      </p:sp>
    </p:spTree>
    <p:extLst>
      <p:ext uri="{BB962C8B-B14F-4D97-AF65-F5344CB8AC3E}">
        <p14:creationId xmlns:p14="http://schemas.microsoft.com/office/powerpoint/2010/main" val="1856405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3"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panose="02000503000000020004"/>
              </a:defRPr>
            </a:pPr>
            <a:endParaRPr sz="1500" dirty="0">
              <a:solidFill>
                <a:srgbClr val="FFC000"/>
              </a:solidFill>
              <a:latin typeface="微软雅黑" panose="020B0503020204020204" pitchFamily="34" charset="-122"/>
              <a:sym typeface="Helvetica Neue Medium" panose="02000503000000020004"/>
            </a:endParaRPr>
          </a:p>
        </p:txBody>
      </p:sp>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7"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1" name="Content Placeholder 5"/>
          <p:cNvSpPr>
            <a:spLocks noGrp="1"/>
          </p:cNvSpPr>
          <p:nvPr>
            <p:ph sz="quarter" idx="12" hasCustomPrompt="1"/>
          </p:nvPr>
        </p:nvSpPr>
        <p:spPr>
          <a:xfrm>
            <a:off x="397213" y="1374244"/>
            <a:ext cx="11206475" cy="4890199"/>
          </a:xfrm>
          <a:prstGeom prst="rect">
            <a:avLst/>
          </a:prstGeom>
        </p:spPr>
        <p:txBody>
          <a:bodyPr lIns="89892" tIns="45718" rIns="91332" bIns="45718">
            <a:noAutofit/>
          </a:bodyPr>
          <a:lstStyle>
            <a:lvl1pPr marL="0" indent="0">
              <a:lnSpc>
                <a:spcPct val="130000"/>
              </a:lnSpc>
              <a:spcBef>
                <a:spcPts val="0"/>
              </a:spcBef>
              <a:buNone/>
              <a:defRPr sz="19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0852" indent="-159169">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206" indent="-205522">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0264" indent="-164884">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2158" indent="-213707">
              <a:lnSpc>
                <a:spcPct val="150000"/>
              </a:lnSpc>
              <a:defRPr sz="19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单击此处编辑文本样式，内文行距</a:t>
            </a:r>
            <a:r>
              <a:rPr lang="en-US" altLang="zh-CN" dirty="0"/>
              <a:t>1.3</a:t>
            </a:r>
          </a:p>
        </p:txBody>
      </p:sp>
      <p:sp>
        <p:nvSpPr>
          <p:cNvPr id="10" name="文本占位符 5"/>
          <p:cNvSpPr>
            <a:spLocks noGrp="1"/>
          </p:cNvSpPr>
          <p:nvPr>
            <p:ph type="body" sz="quarter" idx="28"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bg1"/>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副标题，微软雅黑粗体</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2"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 name="Text Box 2">
            <a:extLst>
              <a:ext uri="{FF2B5EF4-FFF2-40B4-BE49-F238E27FC236}">
                <a16:creationId xmlns:a16="http://schemas.microsoft.com/office/drawing/2014/main" id="{8B6832B9-05D4-817D-E00F-D457F70061E4}"/>
              </a:ext>
            </a:extLst>
          </p:cNvPr>
          <p:cNvSpPr txBox="1"/>
          <p:nvPr userDrawn="1"/>
        </p:nvSpPr>
        <p:spPr>
          <a:xfrm>
            <a:off x="9909247" y="6418378"/>
            <a:ext cx="1462116" cy="170431"/>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defTabSz="913131">
              <a:defRPr/>
            </a:pPr>
            <a:r>
              <a:rPr sz="900" dirty="0">
                <a:solidFill>
                  <a:schemeClr val="bg1"/>
                </a:solidFill>
              </a:rPr>
              <a:t> </a:t>
            </a:r>
            <a:r>
              <a:rPr lang="zh-CN" altLang="en-US" sz="900" dirty="0">
                <a:solidFill>
                  <a:schemeClr val="bg1"/>
                </a:solidFill>
              </a:rPr>
              <a:t>④ 内部公开 请勿外传</a:t>
            </a:r>
            <a:endParaRPr sz="900" dirty="0">
              <a:solidFill>
                <a:schemeClr val="bg1"/>
              </a:solidFill>
            </a:endParaRPr>
          </a:p>
        </p:txBody>
      </p:sp>
    </p:spTree>
    <p:extLst>
      <p:ext uri="{BB962C8B-B14F-4D97-AF65-F5344CB8AC3E}">
        <p14:creationId xmlns:p14="http://schemas.microsoft.com/office/powerpoint/2010/main" val="1832854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图文-双图2">
    <p:spTree>
      <p:nvGrpSpPr>
        <p:cNvPr id="1" name=""/>
        <p:cNvGrpSpPr/>
        <p:nvPr/>
      </p:nvGrpSpPr>
      <p:grpSpPr>
        <a:xfrm>
          <a:off x="0" y="0"/>
          <a:ext cx="0" cy="0"/>
          <a:chOff x="0" y="0"/>
          <a:chExt cx="0" cy="0"/>
        </a:xfrm>
      </p:grpSpPr>
      <p:sp>
        <p:nvSpPr>
          <p:cNvPr id="17" name="文本占位符 3"/>
          <p:cNvSpPr>
            <a:spLocks noGrp="1"/>
          </p:cNvSpPr>
          <p:nvPr>
            <p:ph type="body" sz="quarter" idx="26" hasCustomPrompt="1"/>
          </p:nvPr>
        </p:nvSpPr>
        <p:spPr>
          <a:xfrm>
            <a:off x="6754767" y="4996105"/>
            <a:ext cx="4457828" cy="552823"/>
          </a:xfrm>
          <a:prstGeom prst="rect">
            <a:avLst/>
          </a:prstGeom>
        </p:spPr>
        <p:txBody>
          <a:bodyPr lIns="91332" tIns="45718" rIns="91332" bIns="45718" anchor="t"/>
          <a:lstStyle>
            <a:lvl1pPr marL="0" marR="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5" name="文本占位符 3"/>
          <p:cNvSpPr>
            <a:spLocks noGrp="1"/>
          </p:cNvSpPr>
          <p:nvPr>
            <p:ph type="body" sz="quarter" idx="24" hasCustomPrompt="1"/>
          </p:nvPr>
        </p:nvSpPr>
        <p:spPr>
          <a:xfrm>
            <a:off x="1203899" y="4996105"/>
            <a:ext cx="4457828" cy="552823"/>
          </a:xfrm>
          <a:prstGeom prst="rect">
            <a:avLst/>
          </a:prstGeom>
        </p:spPr>
        <p:txBody>
          <a:bodyPr lIns="91332" tIns="45718" rIns="91332" bIns="45718" anchor="t"/>
          <a:lstStyle>
            <a:lvl1pPr marL="0" marR="0" indent="0" algn="ctr" defTabSz="913176"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6" name="文本占位符 3"/>
          <p:cNvSpPr>
            <a:spLocks noGrp="1"/>
          </p:cNvSpPr>
          <p:nvPr>
            <p:ph type="body" sz="quarter" idx="25" hasCustomPrompt="1"/>
          </p:nvPr>
        </p:nvSpPr>
        <p:spPr>
          <a:xfrm>
            <a:off x="7259501" y="1309218"/>
            <a:ext cx="3496023" cy="722313"/>
          </a:xfrm>
          <a:prstGeom prst="rect">
            <a:avLst/>
          </a:prstGeom>
        </p:spPr>
        <p:txBody>
          <a:bodyPr lIns="91332" tIns="45718" rIns="91332" bIns="45718" anchor="ctr"/>
          <a:lstStyle>
            <a:lvl1pPr marL="0" indent="0" algn="ctr">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14" name="文本占位符 3"/>
          <p:cNvSpPr>
            <a:spLocks noGrp="1"/>
          </p:cNvSpPr>
          <p:nvPr>
            <p:ph type="body" sz="quarter" idx="23" hasCustomPrompt="1"/>
          </p:nvPr>
        </p:nvSpPr>
        <p:spPr>
          <a:xfrm>
            <a:off x="1704750" y="1309218"/>
            <a:ext cx="3496023" cy="722313"/>
          </a:xfrm>
          <a:prstGeom prst="rect">
            <a:avLst/>
          </a:prstGeom>
        </p:spPr>
        <p:txBody>
          <a:bodyPr lIns="91332" tIns="45718" rIns="91332" bIns="45718" anchor="ctr"/>
          <a:lstStyle>
            <a:lvl1pPr marL="0" indent="0" algn="ctr">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7" name="图片占位符 6"/>
          <p:cNvSpPr>
            <a:spLocks noGrp="1"/>
          </p:cNvSpPr>
          <p:nvPr>
            <p:ph type="pic" sz="quarter" idx="11" hasCustomPrompt="1"/>
          </p:nvPr>
        </p:nvSpPr>
        <p:spPr>
          <a:xfrm>
            <a:off x="1293492" y="2008739"/>
            <a:ext cx="4318917" cy="2821048"/>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9" name="图片占位符 6"/>
          <p:cNvSpPr>
            <a:spLocks noGrp="1"/>
          </p:cNvSpPr>
          <p:nvPr>
            <p:ph type="pic" sz="quarter" idx="12" hasCustomPrompt="1"/>
          </p:nvPr>
        </p:nvSpPr>
        <p:spPr>
          <a:xfrm>
            <a:off x="6848244" y="2008739"/>
            <a:ext cx="4318917" cy="2821048"/>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2" name="文本占位符 5"/>
          <p:cNvSpPr>
            <a:spLocks noGrp="1"/>
          </p:cNvSpPr>
          <p:nvPr>
            <p:ph type="body" sz="quarter" idx="30"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3"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3"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pic>
        <p:nvPicPr>
          <p:cNvPr id="18" name="图片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19"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00" dirty="0">
                <a:solidFill>
                  <a:srgbClr val="FFFFFF">
                    <a:lumMod val="50000"/>
                  </a:srgbClr>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115695418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图文-双图1">
    <p:spTree>
      <p:nvGrpSpPr>
        <p:cNvPr id="1" name=""/>
        <p:cNvGrpSpPr/>
        <p:nvPr/>
      </p:nvGrpSpPr>
      <p:grpSpPr>
        <a:xfrm>
          <a:off x="0" y="0"/>
          <a:ext cx="0" cy="0"/>
          <a:chOff x="0" y="0"/>
          <a:chExt cx="0" cy="0"/>
        </a:xfrm>
      </p:grpSpPr>
      <p:sp>
        <p:nvSpPr>
          <p:cNvPr id="7" name="图片占位符 6"/>
          <p:cNvSpPr>
            <a:spLocks noGrp="1"/>
          </p:cNvSpPr>
          <p:nvPr>
            <p:ph type="pic" sz="quarter" idx="11" hasCustomPrompt="1"/>
          </p:nvPr>
        </p:nvSpPr>
        <p:spPr>
          <a:xfrm>
            <a:off x="-11844" y="-19250"/>
            <a:ext cx="6083207" cy="6886875"/>
          </a:xfrm>
          <a:prstGeom prst="rect">
            <a:avLst/>
          </a:prstGeom>
          <a:gradFill>
            <a:gsLst>
              <a:gs pos="0">
                <a:schemeClr val="tx1">
                  <a:alpha val="10691"/>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marL="0" indent="0" algn="ctr">
              <a:buFontTx/>
              <a:buNone/>
              <a:defRPr kumimoji="1" lang="zh-CN" altLang="en-US" sz="800" dirty="0">
                <a:solidFill>
                  <a:schemeClr val="bg1"/>
                </a:solidFill>
              </a:defRPr>
            </a:lvl1pPr>
          </a:lstStyle>
          <a:p>
            <a:pPr marL="317068" lvl="0" indent="-317068" algn="ctr"/>
            <a:r>
              <a:rPr kumimoji="1" lang="zh-CN" altLang="en-US" dirty="0"/>
              <a:t>点击添加图片</a:t>
            </a:r>
          </a:p>
        </p:txBody>
      </p:sp>
      <p:sp>
        <p:nvSpPr>
          <p:cNvPr id="9" name="图片占位符 6"/>
          <p:cNvSpPr>
            <a:spLocks noGrp="1"/>
          </p:cNvSpPr>
          <p:nvPr>
            <p:ph type="pic" sz="quarter" idx="12" hasCustomPrompt="1"/>
          </p:nvPr>
        </p:nvSpPr>
        <p:spPr>
          <a:xfrm>
            <a:off x="6116755" y="-19250"/>
            <a:ext cx="6083207" cy="6886875"/>
          </a:xfrm>
          <a:prstGeom prst="rect">
            <a:avLst/>
          </a:prstGeom>
          <a:gradFill>
            <a:gsLst>
              <a:gs pos="0">
                <a:schemeClr val="tx1">
                  <a:alpha val="995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marL="0" indent="0" algn="ctr">
              <a:buFontTx/>
              <a:buNone/>
              <a:defRPr kumimoji="1" lang="zh-CN" altLang="en-US" sz="800">
                <a:solidFill>
                  <a:schemeClr val="bg1"/>
                </a:solidFill>
              </a:defRPr>
            </a:lvl1pPr>
          </a:lstStyle>
          <a:p>
            <a:pPr marL="317068" lvl="0" indent="-317068" algn="ctr"/>
            <a:r>
              <a:rPr kumimoji="1" lang="zh-CN" altLang="en-US" dirty="0"/>
              <a:t>点击添加图片</a:t>
            </a:r>
          </a:p>
        </p:txBody>
      </p:sp>
      <p:sp>
        <p:nvSpPr>
          <p:cNvPr id="10" name="矩形"/>
          <p:cNvSpPr/>
          <p:nvPr userDrawn="1"/>
        </p:nvSpPr>
        <p:spPr>
          <a:xfrm>
            <a:off x="6128041" y="3983785"/>
            <a:ext cx="6066291" cy="2874219"/>
          </a:xfrm>
          <a:prstGeom prst="rect">
            <a:avLst/>
          </a:prstGeom>
          <a:gradFill>
            <a:gsLst>
              <a:gs pos="0">
                <a:srgbClr val="000000">
                  <a:alpha val="0"/>
                </a:srgbClr>
              </a:gs>
              <a:gs pos="100000">
                <a:srgbClr val="000000"/>
              </a:gs>
            </a:gsLst>
            <a:lin ang="5400000"/>
          </a:gradFill>
          <a:ln w="12700">
            <a:miter lim="400000"/>
          </a:ln>
        </p:spPr>
        <p:txBody>
          <a:bodyPr lIns="25397" tIns="25397" rIns="25397" bIns="25397" anchor="ctr"/>
          <a:lstStyle/>
          <a:p>
            <a:pPr>
              <a:defRPr sz="3200">
                <a:solidFill>
                  <a:srgbClr val="000000"/>
                </a:solidFill>
                <a:latin typeface="Helvetica Neue Medium" panose="02000503000000020004"/>
                <a:ea typeface="Helvetica Neue Medium" panose="02000503000000020004"/>
                <a:cs typeface="Helvetica Neue Medium" panose="02000503000000020004"/>
                <a:sym typeface="Helvetica Neue Medium" panose="02000503000000020004"/>
              </a:defRPr>
            </a:pPr>
            <a:endParaRPr sz="1600" dirty="0">
              <a:solidFill>
                <a:srgbClr val="000000"/>
              </a:solidFill>
              <a:latin typeface="微软雅黑" panose="020B0503020204020204" pitchFamily="34" charset="-122"/>
              <a:ea typeface="微软雅黑" panose="020B0503020204020204" pitchFamily="34" charset="-122"/>
              <a:cs typeface="Helvetica Neue Medium" panose="02000503000000020004"/>
              <a:sym typeface="Helvetica Neue Medium" panose="02000503000000020004"/>
            </a:endParaRPr>
          </a:p>
        </p:txBody>
      </p:sp>
      <p:sp>
        <p:nvSpPr>
          <p:cNvPr id="11" name="矩形"/>
          <p:cNvSpPr/>
          <p:nvPr userDrawn="1"/>
        </p:nvSpPr>
        <p:spPr>
          <a:xfrm>
            <a:off x="727" y="3983785"/>
            <a:ext cx="6059276" cy="2874219"/>
          </a:xfrm>
          <a:prstGeom prst="rect">
            <a:avLst/>
          </a:prstGeom>
          <a:gradFill>
            <a:gsLst>
              <a:gs pos="0">
                <a:srgbClr val="000000">
                  <a:alpha val="0"/>
                </a:srgbClr>
              </a:gs>
              <a:gs pos="100000">
                <a:srgbClr val="000000"/>
              </a:gs>
            </a:gsLst>
            <a:lin ang="5400000"/>
          </a:gradFill>
          <a:ln w="12700">
            <a:miter lim="400000"/>
          </a:ln>
        </p:spPr>
        <p:txBody>
          <a:bodyPr lIns="25397" tIns="25397" rIns="25397" bIns="25397" anchor="ctr"/>
          <a:lstStyle/>
          <a:p>
            <a:pPr>
              <a:defRPr sz="3200">
                <a:solidFill>
                  <a:srgbClr val="000000"/>
                </a:solidFill>
                <a:latin typeface="Helvetica Neue Medium" panose="02000503000000020004"/>
                <a:ea typeface="Helvetica Neue Medium" panose="02000503000000020004"/>
                <a:cs typeface="Helvetica Neue Medium" panose="02000503000000020004"/>
                <a:sym typeface="Helvetica Neue Medium" panose="02000503000000020004"/>
              </a:defRPr>
            </a:pPr>
            <a:endParaRPr sz="1600" dirty="0">
              <a:solidFill>
                <a:srgbClr val="000000"/>
              </a:solidFill>
              <a:latin typeface="微软雅黑" panose="020B0503020204020204" pitchFamily="34" charset="-122"/>
              <a:ea typeface="微软雅黑" panose="020B0503020204020204" pitchFamily="34" charset="-122"/>
              <a:cs typeface="Helvetica Neue Medium" panose="02000503000000020004"/>
              <a:sym typeface="Helvetica Neue Medium" panose="02000503000000020004"/>
            </a:endParaRPr>
          </a:p>
        </p:txBody>
      </p:sp>
      <p:sp>
        <p:nvSpPr>
          <p:cNvPr id="13" name="文本占位符 3"/>
          <p:cNvSpPr>
            <a:spLocks noGrp="1"/>
          </p:cNvSpPr>
          <p:nvPr>
            <p:ph type="body" sz="quarter" idx="17" hasCustomPrompt="1"/>
          </p:nvPr>
        </p:nvSpPr>
        <p:spPr>
          <a:xfrm>
            <a:off x="7128495" y="4761477"/>
            <a:ext cx="4039767" cy="722313"/>
          </a:xfrm>
          <a:prstGeom prst="rect">
            <a:avLst/>
          </a:prstGeom>
        </p:spPr>
        <p:txBody>
          <a:bodyPr lIns="91332" tIns="45718" rIns="91332" bIns="45718" anchor="ctr"/>
          <a:lstStyle>
            <a:lvl1pPr marL="0" indent="0" algn="ctr">
              <a:buNone/>
              <a:defRPr sz="23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22</a:t>
            </a:r>
            <a:r>
              <a:rPr kumimoji="1" lang="zh-CN" altLang="en-US" dirty="0"/>
              <a:t>磅</a:t>
            </a:r>
          </a:p>
        </p:txBody>
      </p:sp>
      <p:sp>
        <p:nvSpPr>
          <p:cNvPr id="14" name="文本占位符 3"/>
          <p:cNvSpPr>
            <a:spLocks noGrp="1"/>
          </p:cNvSpPr>
          <p:nvPr>
            <p:ph type="body" sz="quarter" idx="18" hasCustomPrompt="1"/>
          </p:nvPr>
        </p:nvSpPr>
        <p:spPr>
          <a:xfrm>
            <a:off x="1009945" y="4761477"/>
            <a:ext cx="4039767" cy="722313"/>
          </a:xfrm>
          <a:prstGeom prst="rect">
            <a:avLst/>
          </a:prstGeom>
        </p:spPr>
        <p:txBody>
          <a:bodyPr lIns="91332" tIns="45718" rIns="91332" bIns="45718" anchor="ctr"/>
          <a:lstStyle>
            <a:lvl1pPr marL="0" indent="0" algn="ctr">
              <a:buNone/>
              <a:defRPr sz="23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22</a:t>
            </a:r>
            <a:r>
              <a:rPr kumimoji="1" lang="zh-CN" altLang="en-US" dirty="0"/>
              <a:t>磅</a:t>
            </a:r>
          </a:p>
        </p:txBody>
      </p:sp>
      <p:sp>
        <p:nvSpPr>
          <p:cNvPr id="15" name="文本占位符 3"/>
          <p:cNvSpPr>
            <a:spLocks noGrp="1"/>
          </p:cNvSpPr>
          <p:nvPr>
            <p:ph type="body" sz="quarter" idx="19" hasCustomPrompt="1"/>
          </p:nvPr>
        </p:nvSpPr>
        <p:spPr>
          <a:xfrm>
            <a:off x="867635" y="5523975"/>
            <a:ext cx="4324244" cy="932620"/>
          </a:xfrm>
          <a:prstGeom prst="rect">
            <a:avLst/>
          </a:prstGeom>
        </p:spPr>
        <p:txBody>
          <a:bodyPr lIns="91332" tIns="45718" rIns="91332" bIns="45718" anchor="ctr"/>
          <a:lstStyle>
            <a:lvl1pPr marL="0" marR="0" indent="0" algn="ctr" defTabSz="228312" eaLnBrk="1" fontAlgn="auto" latinLnBrk="0" hangingPunct="1">
              <a:lnSpc>
                <a:spcPct val="150000"/>
              </a:lnSpc>
              <a:spcBef>
                <a:spcPts val="0"/>
              </a:spcBef>
              <a:spcAft>
                <a:spcPts val="0"/>
              </a:spcAft>
              <a:buClrTx/>
              <a:buSzPct val="125000"/>
              <a:buFontTx/>
              <a:buNone/>
              <a:defRPr sz="16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ctr" defTabSz="228312" eaLnBrk="1" fontAlgn="auto" latinLnBrk="0" hangingPunct="1">
              <a:lnSpc>
                <a:spcPct val="150000"/>
              </a:lnSpc>
              <a:spcBef>
                <a:spcPts val="0"/>
              </a:spcBef>
              <a:spcAft>
                <a:spcPts val="0"/>
              </a:spcAft>
              <a:buClrTx/>
              <a:buSzPct val="125000"/>
              <a:buFontTx/>
              <a:buNone/>
              <a:defRPr/>
            </a:pPr>
            <a:r>
              <a:rPr lang="zh-CN" altLang="en-US" sz="1600" dirty="0">
                <a:solidFill>
                  <a:schemeClr val="bg1"/>
                </a:solidFill>
                <a:latin typeface="FZLanTingHei-R-GBK" panose="02000000000000000000" pitchFamily="2" charset="-122"/>
                <a:ea typeface="FZLanTingHei-R-GBK" panose="02000000000000000000" pitchFamily="2" charset="-122"/>
              </a:rPr>
              <a:t>此处为正文，微软雅黑，字号</a:t>
            </a:r>
            <a:r>
              <a:rPr lang="en-US" altLang="zh-CN" sz="1600" dirty="0">
                <a:solidFill>
                  <a:schemeClr val="bg1"/>
                </a:solidFill>
                <a:latin typeface="FZLanTingHei-R-GBK" panose="02000000000000000000" pitchFamily="2" charset="-122"/>
                <a:ea typeface="FZLanTingHei-R-GBK" panose="02000000000000000000" pitchFamily="2" charset="-122"/>
              </a:rPr>
              <a:t>16</a:t>
            </a:r>
            <a:r>
              <a:rPr lang="zh-CN" altLang="en-US" sz="1600" dirty="0">
                <a:solidFill>
                  <a:schemeClr val="bg1"/>
                </a:solidFill>
                <a:latin typeface="FZLanTingHei-R-GBK" panose="02000000000000000000" pitchFamily="2" charset="-122"/>
                <a:ea typeface="FZLanTingHei-R-GBK" panose="02000000000000000000" pitchFamily="2" charset="-122"/>
              </a:rPr>
              <a:t>磅，行距</a:t>
            </a:r>
            <a:r>
              <a:rPr lang="en-US" altLang="zh-CN" sz="1600" dirty="0">
                <a:solidFill>
                  <a:schemeClr val="bg1"/>
                </a:solidFill>
                <a:latin typeface="FZLanTingHei-R-GBK" panose="02000000000000000000" pitchFamily="2" charset="-122"/>
                <a:ea typeface="FZLanTingHei-R-GBK" panose="02000000000000000000" pitchFamily="2" charset="-122"/>
              </a:rPr>
              <a:t>1.3</a:t>
            </a:r>
            <a:r>
              <a:rPr lang="zh-CN" altLang="en-US" sz="1600" dirty="0">
                <a:solidFill>
                  <a:schemeClr val="bg1"/>
                </a:solidFill>
                <a:latin typeface="FZLanTingHei-R-GBK" panose="02000000000000000000" pitchFamily="2" charset="-122"/>
                <a:ea typeface="FZLanTingHei-R-GBK" panose="02000000000000000000" pitchFamily="2" charset="-122"/>
              </a:rPr>
              <a:t>倍，</a:t>
            </a:r>
            <a:r>
              <a:rPr kumimoji="1" lang="zh-CN" altLang="en-US" dirty="0"/>
              <a:t> （图片为示意，请根据实际情况替换）</a:t>
            </a:r>
          </a:p>
        </p:txBody>
      </p:sp>
      <p:sp>
        <p:nvSpPr>
          <p:cNvPr id="17" name="文本占位符 5"/>
          <p:cNvSpPr>
            <a:spLocks noGrp="1"/>
          </p:cNvSpPr>
          <p:nvPr>
            <p:ph type="body" sz="quarter" idx="30"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bg1"/>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8"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9" name="文本占位符 3"/>
          <p:cNvSpPr>
            <a:spLocks noGrp="1"/>
          </p:cNvSpPr>
          <p:nvPr>
            <p:ph type="body" sz="quarter" idx="31" hasCustomPrompt="1"/>
          </p:nvPr>
        </p:nvSpPr>
        <p:spPr>
          <a:xfrm>
            <a:off x="6990139" y="5523975"/>
            <a:ext cx="4324244" cy="932620"/>
          </a:xfrm>
          <a:prstGeom prst="rect">
            <a:avLst/>
          </a:prstGeom>
        </p:spPr>
        <p:txBody>
          <a:bodyPr lIns="91332" tIns="45718" rIns="91332" bIns="45718" anchor="ctr"/>
          <a:lstStyle>
            <a:lvl1pPr marL="0" marR="0" indent="0" algn="ctr" defTabSz="228312" eaLnBrk="1" fontAlgn="auto" latinLnBrk="0" hangingPunct="1">
              <a:lnSpc>
                <a:spcPct val="150000"/>
              </a:lnSpc>
              <a:spcBef>
                <a:spcPts val="0"/>
              </a:spcBef>
              <a:spcAft>
                <a:spcPts val="0"/>
              </a:spcAft>
              <a:buClrTx/>
              <a:buSzPct val="125000"/>
              <a:buFontTx/>
              <a:buNone/>
              <a:defRPr sz="16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ctr" defTabSz="228312" eaLnBrk="1" fontAlgn="auto" latinLnBrk="0" hangingPunct="1">
              <a:lnSpc>
                <a:spcPct val="150000"/>
              </a:lnSpc>
              <a:spcBef>
                <a:spcPts val="0"/>
              </a:spcBef>
              <a:spcAft>
                <a:spcPts val="0"/>
              </a:spcAft>
              <a:buClrTx/>
              <a:buSzPct val="125000"/>
              <a:buFontTx/>
              <a:buNone/>
              <a:defRPr/>
            </a:pPr>
            <a:r>
              <a:rPr lang="zh-CN" altLang="en-US" sz="1600" dirty="0">
                <a:solidFill>
                  <a:schemeClr val="bg1"/>
                </a:solidFill>
                <a:latin typeface="FZLanTingHei-R-GBK" panose="02000000000000000000" pitchFamily="2" charset="-122"/>
                <a:ea typeface="FZLanTingHei-R-GBK" panose="02000000000000000000" pitchFamily="2" charset="-122"/>
              </a:rPr>
              <a:t>此处为正文，微软雅黑，字号</a:t>
            </a:r>
            <a:r>
              <a:rPr lang="en-US" altLang="zh-CN" sz="1600" dirty="0">
                <a:solidFill>
                  <a:schemeClr val="bg1"/>
                </a:solidFill>
                <a:latin typeface="FZLanTingHei-R-GBK" panose="02000000000000000000" pitchFamily="2" charset="-122"/>
                <a:ea typeface="FZLanTingHei-R-GBK" panose="02000000000000000000" pitchFamily="2" charset="-122"/>
              </a:rPr>
              <a:t>16</a:t>
            </a:r>
            <a:r>
              <a:rPr lang="zh-CN" altLang="en-US" sz="1600" dirty="0">
                <a:solidFill>
                  <a:schemeClr val="bg1"/>
                </a:solidFill>
                <a:latin typeface="FZLanTingHei-R-GBK" panose="02000000000000000000" pitchFamily="2" charset="-122"/>
                <a:ea typeface="FZLanTingHei-R-GBK" panose="02000000000000000000" pitchFamily="2" charset="-122"/>
              </a:rPr>
              <a:t>磅，行距</a:t>
            </a:r>
            <a:r>
              <a:rPr lang="en-US" altLang="zh-CN" sz="1600" dirty="0">
                <a:solidFill>
                  <a:schemeClr val="bg1"/>
                </a:solidFill>
                <a:latin typeface="FZLanTingHei-R-GBK" panose="02000000000000000000" pitchFamily="2" charset="-122"/>
                <a:ea typeface="FZLanTingHei-R-GBK" panose="02000000000000000000" pitchFamily="2" charset="-122"/>
              </a:rPr>
              <a:t>1.3</a:t>
            </a:r>
            <a:r>
              <a:rPr lang="zh-CN" altLang="en-US" sz="1600" dirty="0">
                <a:solidFill>
                  <a:schemeClr val="bg1"/>
                </a:solidFill>
                <a:latin typeface="FZLanTingHei-R-GBK" panose="02000000000000000000" pitchFamily="2" charset="-122"/>
                <a:ea typeface="FZLanTingHei-R-GBK" panose="02000000000000000000" pitchFamily="2" charset="-122"/>
              </a:rPr>
              <a:t>倍，</a:t>
            </a:r>
            <a:r>
              <a:rPr kumimoji="1" lang="zh-CN" altLang="en-US" dirty="0"/>
              <a:t> （图片为示意，请根据实际情况替换）</a:t>
            </a:r>
          </a:p>
        </p:txBody>
      </p:sp>
    </p:spTree>
    <p:extLst>
      <p:ext uri="{BB962C8B-B14F-4D97-AF65-F5344CB8AC3E}">
        <p14:creationId xmlns:p14="http://schemas.microsoft.com/office/powerpoint/2010/main" val="1189929628"/>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图文-三图2">
    <p:spTree>
      <p:nvGrpSpPr>
        <p:cNvPr id="1" name=""/>
        <p:cNvGrpSpPr/>
        <p:nvPr/>
      </p:nvGrpSpPr>
      <p:grpSpPr>
        <a:xfrm>
          <a:off x="0" y="0"/>
          <a:ext cx="0" cy="0"/>
          <a:chOff x="0" y="0"/>
          <a:chExt cx="0" cy="0"/>
        </a:xfrm>
      </p:grpSpPr>
      <p:sp>
        <p:nvSpPr>
          <p:cNvPr id="11" name="文本占位符 10"/>
          <p:cNvSpPr>
            <a:spLocks noGrp="1"/>
          </p:cNvSpPr>
          <p:nvPr>
            <p:ph type="body" sz="quarter" idx="18" hasCustomPrompt="1"/>
          </p:nvPr>
        </p:nvSpPr>
        <p:spPr>
          <a:xfrm>
            <a:off x="416871" y="2533714"/>
            <a:ext cx="2521977" cy="434975"/>
          </a:xfrm>
          <a:prstGeom prst="rect">
            <a:avLst/>
          </a:prstGeom>
        </p:spPr>
        <p:txBody>
          <a:bodyPr lIns="91332" tIns="45718" rIns="91332" bIns="45718"/>
          <a:lstStyle>
            <a:lvl1pPr marL="0" indent="0">
              <a:buNone/>
              <a:defRPr sz="2300" b="0" i="0">
                <a:solidFill>
                  <a:srgbClr val="1771EB"/>
                </a:solidFill>
                <a:latin typeface="微软雅黑" panose="020B0503020204020204" pitchFamily="34" charset="-122"/>
                <a:ea typeface="微软雅黑" panose="020B0503020204020204" pitchFamily="34" charset="-122"/>
              </a:defRPr>
            </a:lvl1pPr>
          </a:lstStyle>
          <a:p>
            <a:pPr lvl="0"/>
            <a:r>
              <a:rPr kumimoji="1" lang="zh-CN" altLang="en-US" dirty="0"/>
              <a:t>段落标题 </a:t>
            </a:r>
            <a:r>
              <a:rPr kumimoji="1" lang="en-US" altLang="zh-CN" dirty="0"/>
              <a:t>22</a:t>
            </a:r>
            <a:r>
              <a:rPr kumimoji="1" lang="zh-CN" altLang="en-US" dirty="0"/>
              <a:t>磅</a:t>
            </a:r>
          </a:p>
        </p:txBody>
      </p:sp>
      <p:sp>
        <p:nvSpPr>
          <p:cNvPr id="4" name="Picture Placeholder 8"/>
          <p:cNvSpPr>
            <a:spLocks noGrp="1"/>
          </p:cNvSpPr>
          <p:nvPr>
            <p:ph type="pic" sz="quarter" idx="14" hasCustomPrompt="1"/>
          </p:nvPr>
        </p:nvSpPr>
        <p:spPr>
          <a:xfrm>
            <a:off x="9133841" y="176099"/>
            <a:ext cx="2910043" cy="314191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5" name="Picture Placeholder 8"/>
          <p:cNvSpPr>
            <a:spLocks noGrp="1"/>
          </p:cNvSpPr>
          <p:nvPr>
            <p:ph type="pic" sz="quarter" idx="15" hasCustomPrompt="1"/>
          </p:nvPr>
        </p:nvSpPr>
        <p:spPr>
          <a:xfrm>
            <a:off x="6056725" y="176065"/>
            <a:ext cx="2910043" cy="6508712"/>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7" name="Picture Placeholder 8"/>
          <p:cNvSpPr>
            <a:spLocks noGrp="1"/>
          </p:cNvSpPr>
          <p:nvPr>
            <p:ph type="pic" sz="quarter" idx="16" hasCustomPrompt="1"/>
          </p:nvPr>
        </p:nvSpPr>
        <p:spPr>
          <a:xfrm>
            <a:off x="9133841" y="3488434"/>
            <a:ext cx="2910043" cy="3196415"/>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10" name="Title 2"/>
          <p:cNvSpPr>
            <a:spLocks noGrp="1"/>
          </p:cNvSpPr>
          <p:nvPr>
            <p:ph type="title" hasCustomPrompt="1"/>
          </p:nvPr>
        </p:nvSpPr>
        <p:spPr>
          <a:xfrm>
            <a:off x="398165" y="210672"/>
            <a:ext cx="5658631"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2" name="文本占位符 3"/>
          <p:cNvSpPr>
            <a:spLocks noGrp="1"/>
          </p:cNvSpPr>
          <p:nvPr>
            <p:ph type="body" sz="quarter" idx="24" hasCustomPrompt="1"/>
          </p:nvPr>
        </p:nvSpPr>
        <p:spPr>
          <a:xfrm>
            <a:off x="414057" y="3041639"/>
            <a:ext cx="3349560" cy="552823"/>
          </a:xfrm>
          <a:prstGeom prst="rect">
            <a:avLst/>
          </a:prstGeom>
        </p:spPr>
        <p:txBody>
          <a:bodyPr lIns="91332" tIns="45718" rIns="91332" bIns="45718" anchor="t"/>
          <a:lstStyle>
            <a:lvl1pPr marL="0" marR="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3" name="文本占位符 5"/>
          <p:cNvSpPr>
            <a:spLocks noGrp="1"/>
          </p:cNvSpPr>
          <p:nvPr>
            <p:ph type="body" sz="quarter" idx="30"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Tree>
    <p:extLst>
      <p:ext uri="{BB962C8B-B14F-4D97-AF65-F5344CB8AC3E}">
        <p14:creationId xmlns:p14="http://schemas.microsoft.com/office/powerpoint/2010/main" val="2346992728"/>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图文-三图3">
    <p:spTree>
      <p:nvGrpSpPr>
        <p:cNvPr id="1" name=""/>
        <p:cNvGrpSpPr/>
        <p:nvPr/>
      </p:nvGrpSpPr>
      <p:grpSpPr>
        <a:xfrm>
          <a:off x="0" y="0"/>
          <a:ext cx="0" cy="0"/>
          <a:chOff x="0" y="0"/>
          <a:chExt cx="0" cy="0"/>
        </a:xfrm>
      </p:grpSpPr>
      <p:sp>
        <p:nvSpPr>
          <p:cNvPr id="4" name="Picture Placeholder 8"/>
          <p:cNvSpPr>
            <a:spLocks noGrp="1"/>
          </p:cNvSpPr>
          <p:nvPr>
            <p:ph type="pic" sz="quarter" idx="14" hasCustomPrompt="1"/>
          </p:nvPr>
        </p:nvSpPr>
        <p:spPr>
          <a:xfrm>
            <a:off x="6062548" y="3488365"/>
            <a:ext cx="5959091" cy="319357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5" name="Picture Placeholder 8"/>
          <p:cNvSpPr>
            <a:spLocks noGrp="1"/>
          </p:cNvSpPr>
          <p:nvPr>
            <p:ph type="pic" sz="quarter" idx="15" hasCustomPrompt="1"/>
          </p:nvPr>
        </p:nvSpPr>
        <p:spPr>
          <a:xfrm>
            <a:off x="6062572" y="176099"/>
            <a:ext cx="2986111" cy="314191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7" name="Picture Placeholder 8"/>
          <p:cNvSpPr>
            <a:spLocks noGrp="1"/>
          </p:cNvSpPr>
          <p:nvPr>
            <p:ph type="pic" sz="quarter" idx="16" hasCustomPrompt="1"/>
          </p:nvPr>
        </p:nvSpPr>
        <p:spPr>
          <a:xfrm>
            <a:off x="9219023" y="176065"/>
            <a:ext cx="2802616" cy="3141915"/>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8" name="文本占位符 10"/>
          <p:cNvSpPr>
            <a:spLocks noGrp="1"/>
          </p:cNvSpPr>
          <p:nvPr>
            <p:ph type="body" sz="quarter" idx="18" hasCustomPrompt="1"/>
          </p:nvPr>
        </p:nvSpPr>
        <p:spPr>
          <a:xfrm>
            <a:off x="416871" y="2533714"/>
            <a:ext cx="2521977" cy="434975"/>
          </a:xfrm>
          <a:prstGeom prst="rect">
            <a:avLst/>
          </a:prstGeom>
        </p:spPr>
        <p:txBody>
          <a:bodyPr lIns="91332" tIns="45718" rIns="91332" bIns="45718"/>
          <a:lstStyle>
            <a:lvl1pPr marL="0" indent="0">
              <a:buNone/>
              <a:defRPr sz="2300" b="0" i="0">
                <a:solidFill>
                  <a:srgbClr val="1771EB"/>
                </a:solidFill>
                <a:latin typeface="微软雅黑" panose="020B0503020204020204" pitchFamily="34" charset="-122"/>
                <a:ea typeface="微软雅黑" panose="020B0503020204020204" pitchFamily="34" charset="-122"/>
              </a:defRPr>
            </a:lvl1pPr>
          </a:lstStyle>
          <a:p>
            <a:pPr lvl="0"/>
            <a:r>
              <a:rPr kumimoji="1" lang="zh-CN" altLang="en-US" dirty="0"/>
              <a:t>段落标题 </a:t>
            </a:r>
            <a:r>
              <a:rPr kumimoji="1" lang="en-US" altLang="zh-CN" dirty="0"/>
              <a:t>22</a:t>
            </a:r>
            <a:r>
              <a:rPr kumimoji="1" lang="zh-CN" altLang="en-US" dirty="0"/>
              <a:t>磅</a:t>
            </a:r>
          </a:p>
        </p:txBody>
      </p:sp>
      <p:sp>
        <p:nvSpPr>
          <p:cNvPr id="11" name="文本占位符 3"/>
          <p:cNvSpPr>
            <a:spLocks noGrp="1"/>
          </p:cNvSpPr>
          <p:nvPr>
            <p:ph type="body" sz="quarter" idx="24" hasCustomPrompt="1"/>
          </p:nvPr>
        </p:nvSpPr>
        <p:spPr>
          <a:xfrm>
            <a:off x="414057" y="3041637"/>
            <a:ext cx="3349560" cy="552823"/>
          </a:xfrm>
          <a:prstGeom prst="rect">
            <a:avLst/>
          </a:prstGeom>
        </p:spPr>
        <p:txBody>
          <a:bodyPr lIns="91332" tIns="45718" rIns="91332" bIns="45718" anchor="t"/>
          <a:lstStyle>
            <a:lvl1pPr marL="0" marR="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6" name="Title 2"/>
          <p:cNvSpPr>
            <a:spLocks noGrp="1"/>
          </p:cNvSpPr>
          <p:nvPr>
            <p:ph type="title" hasCustomPrompt="1"/>
          </p:nvPr>
        </p:nvSpPr>
        <p:spPr>
          <a:xfrm>
            <a:off x="398165" y="210672"/>
            <a:ext cx="5658631"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7" name="文本占位符 5"/>
          <p:cNvSpPr>
            <a:spLocks noGrp="1"/>
          </p:cNvSpPr>
          <p:nvPr>
            <p:ph type="body" sz="quarter" idx="30"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Tree>
    <p:extLst>
      <p:ext uri="{BB962C8B-B14F-4D97-AF65-F5344CB8AC3E}">
        <p14:creationId xmlns:p14="http://schemas.microsoft.com/office/powerpoint/2010/main" val="343231087"/>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图文-四图2">
    <p:spTree>
      <p:nvGrpSpPr>
        <p:cNvPr id="1" name=""/>
        <p:cNvGrpSpPr/>
        <p:nvPr/>
      </p:nvGrpSpPr>
      <p:grpSpPr>
        <a:xfrm>
          <a:off x="0" y="0"/>
          <a:ext cx="0" cy="0"/>
          <a:chOff x="0" y="0"/>
          <a:chExt cx="0" cy="0"/>
        </a:xfrm>
      </p:grpSpPr>
      <p:sp>
        <p:nvSpPr>
          <p:cNvPr id="7" name="图片占位符 6"/>
          <p:cNvSpPr>
            <a:spLocks noGrp="1"/>
          </p:cNvSpPr>
          <p:nvPr>
            <p:ph type="pic" sz="quarter" idx="11" hasCustomPrompt="1"/>
          </p:nvPr>
        </p:nvSpPr>
        <p:spPr>
          <a:xfrm>
            <a:off x="574176" y="1683001"/>
            <a:ext cx="2519672" cy="164580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4" name="图片占位符 6"/>
          <p:cNvSpPr>
            <a:spLocks noGrp="1"/>
          </p:cNvSpPr>
          <p:nvPr>
            <p:ph type="pic" sz="quarter" idx="14" hasCustomPrompt="1"/>
          </p:nvPr>
        </p:nvSpPr>
        <p:spPr>
          <a:xfrm>
            <a:off x="574176" y="4022380"/>
            <a:ext cx="2519672" cy="164580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5" name="图片占位符 6"/>
          <p:cNvSpPr>
            <a:spLocks noGrp="1"/>
          </p:cNvSpPr>
          <p:nvPr>
            <p:ph type="pic" sz="quarter" idx="15" hasCustomPrompt="1"/>
          </p:nvPr>
        </p:nvSpPr>
        <p:spPr>
          <a:xfrm>
            <a:off x="6423428" y="1683001"/>
            <a:ext cx="2519672" cy="164580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6" name="图片占位符 6"/>
          <p:cNvSpPr>
            <a:spLocks noGrp="1"/>
          </p:cNvSpPr>
          <p:nvPr>
            <p:ph type="pic" sz="quarter" idx="16" hasCustomPrompt="1"/>
          </p:nvPr>
        </p:nvSpPr>
        <p:spPr>
          <a:xfrm>
            <a:off x="6423428" y="4022380"/>
            <a:ext cx="2519672" cy="164580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pic>
        <p:nvPicPr>
          <p:cNvPr id="17" name="图片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04269" y="246989"/>
            <a:ext cx="896585" cy="416027"/>
          </a:xfrm>
          <a:prstGeom prst="rect">
            <a:avLst/>
          </a:prstGeom>
        </p:spPr>
      </p:pic>
      <p:sp>
        <p:nvSpPr>
          <p:cNvPr id="18" name="文本占位符 5"/>
          <p:cNvSpPr>
            <a:spLocks noGrp="1"/>
          </p:cNvSpPr>
          <p:nvPr>
            <p:ph type="body" sz="quarter" idx="33"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9"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0" name="文本占位符 3"/>
          <p:cNvSpPr>
            <a:spLocks noGrp="1"/>
          </p:cNvSpPr>
          <p:nvPr>
            <p:ph type="body" sz="quarter" idx="34" hasCustomPrompt="1"/>
          </p:nvPr>
        </p:nvSpPr>
        <p:spPr>
          <a:xfrm>
            <a:off x="3193775" y="1895720"/>
            <a:ext cx="2646596" cy="368623"/>
          </a:xfrm>
          <a:prstGeom prst="rect">
            <a:avLst/>
          </a:prstGeom>
        </p:spPr>
        <p:txBody>
          <a:bodyPr lIns="91332" tIns="45718" rIns="91332" bIns="45718"/>
          <a:lstStyle>
            <a:lvl1pPr marL="0" indent="0">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29" name="文本占位符 3"/>
          <p:cNvSpPr>
            <a:spLocks noGrp="1"/>
          </p:cNvSpPr>
          <p:nvPr>
            <p:ph type="body" sz="quarter" idx="20" hasCustomPrompt="1"/>
          </p:nvPr>
        </p:nvSpPr>
        <p:spPr>
          <a:xfrm>
            <a:off x="3193779" y="2280572"/>
            <a:ext cx="2646596" cy="845205"/>
          </a:xfrm>
          <a:prstGeom prst="rect">
            <a:avLst/>
          </a:prstGeom>
        </p:spPr>
        <p:txBody>
          <a:bodyPr lIns="91332" tIns="45718" rIns="91332" bIns="45718"/>
          <a:lstStyle>
            <a:lvl1pPr marL="0" marR="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Char char="•"/>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30" name="文本占位符 3"/>
          <p:cNvSpPr>
            <a:spLocks noGrp="1"/>
          </p:cNvSpPr>
          <p:nvPr>
            <p:ph type="body" sz="quarter" idx="35" hasCustomPrompt="1"/>
          </p:nvPr>
        </p:nvSpPr>
        <p:spPr>
          <a:xfrm>
            <a:off x="3193775" y="4267875"/>
            <a:ext cx="2646596" cy="368623"/>
          </a:xfrm>
          <a:prstGeom prst="rect">
            <a:avLst/>
          </a:prstGeom>
        </p:spPr>
        <p:txBody>
          <a:bodyPr lIns="91332" tIns="45718" rIns="91332" bIns="45718"/>
          <a:lstStyle>
            <a:lvl1pPr marL="0" indent="0">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1" name="文本占位符 3"/>
          <p:cNvSpPr>
            <a:spLocks noGrp="1"/>
          </p:cNvSpPr>
          <p:nvPr>
            <p:ph type="body" sz="quarter" idx="36" hasCustomPrompt="1"/>
          </p:nvPr>
        </p:nvSpPr>
        <p:spPr>
          <a:xfrm>
            <a:off x="3193779" y="4652708"/>
            <a:ext cx="2646596" cy="845205"/>
          </a:xfrm>
          <a:prstGeom prst="rect">
            <a:avLst/>
          </a:prstGeom>
        </p:spPr>
        <p:txBody>
          <a:bodyPr lIns="91332" tIns="45718" rIns="91332" bIns="45718"/>
          <a:lstStyle>
            <a:lvl1pPr marL="0" marR="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Char char="•"/>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32" name="文本占位符 3"/>
          <p:cNvSpPr>
            <a:spLocks noGrp="1"/>
          </p:cNvSpPr>
          <p:nvPr>
            <p:ph type="body" sz="quarter" idx="37" hasCustomPrompt="1"/>
          </p:nvPr>
        </p:nvSpPr>
        <p:spPr>
          <a:xfrm>
            <a:off x="9037983" y="4267875"/>
            <a:ext cx="2646596" cy="368623"/>
          </a:xfrm>
          <a:prstGeom prst="rect">
            <a:avLst/>
          </a:prstGeom>
        </p:spPr>
        <p:txBody>
          <a:bodyPr lIns="91332" tIns="45718" rIns="91332" bIns="45718"/>
          <a:lstStyle>
            <a:lvl1pPr marL="0" indent="0">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3" name="文本占位符 3"/>
          <p:cNvSpPr>
            <a:spLocks noGrp="1"/>
          </p:cNvSpPr>
          <p:nvPr>
            <p:ph type="body" sz="quarter" idx="38" hasCustomPrompt="1"/>
          </p:nvPr>
        </p:nvSpPr>
        <p:spPr>
          <a:xfrm>
            <a:off x="9037987" y="4652708"/>
            <a:ext cx="2646596" cy="845205"/>
          </a:xfrm>
          <a:prstGeom prst="rect">
            <a:avLst/>
          </a:prstGeom>
        </p:spPr>
        <p:txBody>
          <a:bodyPr lIns="91332" tIns="45718" rIns="91332" bIns="45718"/>
          <a:lstStyle>
            <a:lvl1pPr marL="0" marR="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Char char="•"/>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34" name="文本占位符 3"/>
          <p:cNvSpPr>
            <a:spLocks noGrp="1"/>
          </p:cNvSpPr>
          <p:nvPr>
            <p:ph type="body" sz="quarter" idx="39" hasCustomPrompt="1"/>
          </p:nvPr>
        </p:nvSpPr>
        <p:spPr>
          <a:xfrm>
            <a:off x="9037983" y="1895720"/>
            <a:ext cx="2646596" cy="368623"/>
          </a:xfrm>
          <a:prstGeom prst="rect">
            <a:avLst/>
          </a:prstGeom>
        </p:spPr>
        <p:txBody>
          <a:bodyPr lIns="91332" tIns="45718" rIns="91332" bIns="45718"/>
          <a:lstStyle>
            <a:lvl1pPr marL="0" indent="0">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5" name="文本占位符 3"/>
          <p:cNvSpPr>
            <a:spLocks noGrp="1"/>
          </p:cNvSpPr>
          <p:nvPr>
            <p:ph type="body" sz="quarter" idx="40" hasCustomPrompt="1"/>
          </p:nvPr>
        </p:nvSpPr>
        <p:spPr>
          <a:xfrm>
            <a:off x="9037987" y="2280572"/>
            <a:ext cx="2646596" cy="845205"/>
          </a:xfrm>
          <a:prstGeom prst="rect">
            <a:avLst/>
          </a:prstGeom>
        </p:spPr>
        <p:txBody>
          <a:bodyPr lIns="91332" tIns="45718" rIns="91332" bIns="45718"/>
          <a:lstStyle>
            <a:lvl1pPr marL="0" marR="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50000"/>
              </a:lnSpc>
              <a:spcBef>
                <a:spcPts val="1000"/>
              </a:spcBef>
              <a:spcAft>
                <a:spcPts val="0"/>
              </a:spcAft>
              <a:buClrTx/>
              <a:buSzPct val="100000"/>
              <a:buFont typeface="Arial" panose="020B0604020202020204" pitchFamily="34" charset="0"/>
              <a:buChar char="•"/>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25"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21"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00" dirty="0">
                <a:solidFill>
                  <a:srgbClr val="FFFFFF">
                    <a:lumMod val="50000"/>
                  </a:srgbClr>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3011669778"/>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图文-四图1">
    <p:spTree>
      <p:nvGrpSpPr>
        <p:cNvPr id="1" name=""/>
        <p:cNvGrpSpPr/>
        <p:nvPr/>
      </p:nvGrpSpPr>
      <p:grpSpPr>
        <a:xfrm>
          <a:off x="0" y="0"/>
          <a:ext cx="0" cy="0"/>
          <a:chOff x="0" y="0"/>
          <a:chExt cx="0" cy="0"/>
        </a:xfrm>
      </p:grpSpPr>
      <p:sp>
        <p:nvSpPr>
          <p:cNvPr id="5" name="Picture Placeholder 8"/>
          <p:cNvSpPr>
            <a:spLocks noGrp="1"/>
          </p:cNvSpPr>
          <p:nvPr>
            <p:ph type="pic" sz="quarter" idx="12" hasCustomPrompt="1"/>
          </p:nvPr>
        </p:nvSpPr>
        <p:spPr>
          <a:xfrm>
            <a:off x="1033775" y="1898033"/>
            <a:ext cx="2326460" cy="221013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6" name="Picture Placeholder 8"/>
          <p:cNvSpPr>
            <a:spLocks noGrp="1"/>
          </p:cNvSpPr>
          <p:nvPr>
            <p:ph type="pic" sz="quarter" idx="13" hasCustomPrompt="1"/>
          </p:nvPr>
        </p:nvSpPr>
        <p:spPr>
          <a:xfrm>
            <a:off x="3631563" y="1898033"/>
            <a:ext cx="2326460" cy="221013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7" name="Picture Placeholder 8"/>
          <p:cNvSpPr>
            <a:spLocks noGrp="1"/>
          </p:cNvSpPr>
          <p:nvPr>
            <p:ph type="pic" sz="quarter" idx="14" hasCustomPrompt="1"/>
          </p:nvPr>
        </p:nvSpPr>
        <p:spPr>
          <a:xfrm>
            <a:off x="6229355" y="1898033"/>
            <a:ext cx="2326460" cy="221013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8" name="Picture Placeholder 8"/>
          <p:cNvSpPr>
            <a:spLocks noGrp="1"/>
          </p:cNvSpPr>
          <p:nvPr>
            <p:ph type="pic" sz="quarter" idx="15" hasCustomPrompt="1"/>
          </p:nvPr>
        </p:nvSpPr>
        <p:spPr>
          <a:xfrm>
            <a:off x="8827147" y="1898033"/>
            <a:ext cx="2326460" cy="221013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marL="228312" indent="-228312"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20" name="文本占位符 3"/>
          <p:cNvSpPr>
            <a:spLocks noGrp="1"/>
          </p:cNvSpPr>
          <p:nvPr>
            <p:ph type="body" sz="quarter" idx="23" hasCustomPrompt="1"/>
          </p:nvPr>
        </p:nvSpPr>
        <p:spPr>
          <a:xfrm>
            <a:off x="1037419" y="4499105"/>
            <a:ext cx="2391524" cy="362807"/>
          </a:xfrm>
          <a:prstGeom prst="rect">
            <a:avLst/>
          </a:prstGeom>
        </p:spPr>
        <p:txBody>
          <a:bodyPr lIns="91332" tIns="45718" rIns="91332" bIns="45718" anchor="ctr"/>
          <a:lstStyle>
            <a:lvl1pPr marL="0" indent="0" algn="ctr">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22" name="文本占位符 5"/>
          <p:cNvSpPr>
            <a:spLocks noGrp="1"/>
          </p:cNvSpPr>
          <p:nvPr>
            <p:ph type="body" sz="quarter" idx="33"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23"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30" name="文本占位符 21"/>
          <p:cNvSpPr>
            <a:spLocks noGrp="1"/>
          </p:cNvSpPr>
          <p:nvPr>
            <p:ph type="body" sz="quarter" idx="20" hasCustomPrompt="1"/>
          </p:nvPr>
        </p:nvSpPr>
        <p:spPr>
          <a:xfrm>
            <a:off x="1113185" y="4877788"/>
            <a:ext cx="2220547" cy="882032"/>
          </a:xfrm>
          <a:prstGeom prst="rect">
            <a:avLst/>
          </a:prstGeom>
        </p:spPr>
        <p:txBody>
          <a:bodyPr lIns="91332" tIns="45718" rIns="91332" bIns="45718">
            <a:noAutofit/>
          </a:bodyPr>
          <a:lstStyle>
            <a:lvl1pPr marL="0" indent="0" algn="ctr">
              <a:lnSpc>
                <a:spcPct val="130000"/>
              </a:lnSpc>
              <a:spcBef>
                <a:spcPts val="0"/>
              </a:spcBef>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endParaRPr lang="x-none" dirty="0"/>
          </a:p>
        </p:txBody>
      </p:sp>
      <p:sp>
        <p:nvSpPr>
          <p:cNvPr id="37" name="文本占位符 3"/>
          <p:cNvSpPr>
            <a:spLocks noGrp="1"/>
          </p:cNvSpPr>
          <p:nvPr>
            <p:ph type="body" sz="quarter" idx="34" hasCustomPrompt="1"/>
          </p:nvPr>
        </p:nvSpPr>
        <p:spPr>
          <a:xfrm>
            <a:off x="3621591" y="4499105"/>
            <a:ext cx="2391524" cy="362807"/>
          </a:xfrm>
          <a:prstGeom prst="rect">
            <a:avLst/>
          </a:prstGeom>
        </p:spPr>
        <p:txBody>
          <a:bodyPr lIns="91332" tIns="45718" rIns="91332" bIns="45718" anchor="ctr"/>
          <a:lstStyle>
            <a:lvl1pPr marL="0" indent="0" algn="ctr">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8" name="文本占位符 21"/>
          <p:cNvSpPr>
            <a:spLocks noGrp="1"/>
          </p:cNvSpPr>
          <p:nvPr>
            <p:ph type="body" sz="quarter" idx="35" hasCustomPrompt="1"/>
          </p:nvPr>
        </p:nvSpPr>
        <p:spPr>
          <a:xfrm>
            <a:off x="3697356" y="4877788"/>
            <a:ext cx="2220547" cy="882032"/>
          </a:xfrm>
          <a:prstGeom prst="rect">
            <a:avLst/>
          </a:prstGeom>
        </p:spPr>
        <p:txBody>
          <a:bodyPr lIns="91332" tIns="45718" rIns="91332" bIns="45718">
            <a:noAutofit/>
          </a:bodyPr>
          <a:lstStyle>
            <a:lvl1pPr marL="0" indent="0" algn="ctr">
              <a:lnSpc>
                <a:spcPct val="130000"/>
              </a:lnSpc>
              <a:spcBef>
                <a:spcPts val="0"/>
              </a:spcBef>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endParaRPr lang="x-none" dirty="0"/>
          </a:p>
        </p:txBody>
      </p:sp>
      <p:sp>
        <p:nvSpPr>
          <p:cNvPr id="39" name="文本占位符 3"/>
          <p:cNvSpPr>
            <a:spLocks noGrp="1"/>
          </p:cNvSpPr>
          <p:nvPr>
            <p:ph type="body" sz="quarter" idx="36" hasCustomPrompt="1"/>
          </p:nvPr>
        </p:nvSpPr>
        <p:spPr>
          <a:xfrm>
            <a:off x="6192515" y="4499105"/>
            <a:ext cx="2391524" cy="362807"/>
          </a:xfrm>
          <a:prstGeom prst="rect">
            <a:avLst/>
          </a:prstGeom>
        </p:spPr>
        <p:txBody>
          <a:bodyPr lIns="91332" tIns="45718" rIns="91332" bIns="45718" anchor="ctr"/>
          <a:lstStyle>
            <a:lvl1pPr marL="0" indent="0" algn="ctr">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40" name="文本占位符 21"/>
          <p:cNvSpPr>
            <a:spLocks noGrp="1"/>
          </p:cNvSpPr>
          <p:nvPr>
            <p:ph type="body" sz="quarter" idx="37" hasCustomPrompt="1"/>
          </p:nvPr>
        </p:nvSpPr>
        <p:spPr>
          <a:xfrm>
            <a:off x="6268281" y="4877788"/>
            <a:ext cx="2220547" cy="882032"/>
          </a:xfrm>
          <a:prstGeom prst="rect">
            <a:avLst/>
          </a:prstGeom>
        </p:spPr>
        <p:txBody>
          <a:bodyPr lIns="91332" tIns="45718" rIns="91332" bIns="45718">
            <a:noAutofit/>
          </a:bodyPr>
          <a:lstStyle>
            <a:lvl1pPr marL="0" indent="0" algn="ctr">
              <a:lnSpc>
                <a:spcPct val="130000"/>
              </a:lnSpc>
              <a:spcBef>
                <a:spcPts val="0"/>
              </a:spcBef>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endParaRPr lang="x-none" dirty="0"/>
          </a:p>
        </p:txBody>
      </p:sp>
      <p:sp>
        <p:nvSpPr>
          <p:cNvPr id="41" name="文本占位符 3"/>
          <p:cNvSpPr>
            <a:spLocks noGrp="1"/>
          </p:cNvSpPr>
          <p:nvPr>
            <p:ph type="body" sz="quarter" idx="38" hasCustomPrompt="1"/>
          </p:nvPr>
        </p:nvSpPr>
        <p:spPr>
          <a:xfrm>
            <a:off x="8803191" y="4499105"/>
            <a:ext cx="2391524" cy="362807"/>
          </a:xfrm>
          <a:prstGeom prst="rect">
            <a:avLst/>
          </a:prstGeom>
        </p:spPr>
        <p:txBody>
          <a:bodyPr lIns="91332" tIns="45718" rIns="91332" bIns="45718" anchor="ctr"/>
          <a:lstStyle>
            <a:lvl1pPr marL="0" indent="0" algn="ctr">
              <a:buNone/>
              <a:defRPr sz="1900" b="0" i="0">
                <a:solidFill>
                  <a:srgbClr val="1771EB"/>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42" name="文本占位符 21"/>
          <p:cNvSpPr>
            <a:spLocks noGrp="1"/>
          </p:cNvSpPr>
          <p:nvPr>
            <p:ph type="body" sz="quarter" idx="39" hasCustomPrompt="1"/>
          </p:nvPr>
        </p:nvSpPr>
        <p:spPr>
          <a:xfrm>
            <a:off x="8878957" y="4877788"/>
            <a:ext cx="2220547" cy="882032"/>
          </a:xfrm>
          <a:prstGeom prst="rect">
            <a:avLst/>
          </a:prstGeom>
        </p:spPr>
        <p:txBody>
          <a:bodyPr lIns="91332" tIns="45718" rIns="91332" bIns="45718">
            <a:noAutofit/>
          </a:bodyPr>
          <a:lstStyle>
            <a:lvl1pPr marL="0" indent="0" algn="ctr">
              <a:lnSpc>
                <a:spcPct val="130000"/>
              </a:lnSpc>
              <a:spcBef>
                <a:spcPts val="0"/>
              </a:spcBef>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endParaRPr lang="x-none" dirty="0"/>
          </a:p>
        </p:txBody>
      </p:sp>
      <p:sp>
        <p:nvSpPr>
          <p:cNvPr id="25"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pic>
        <p:nvPicPr>
          <p:cNvPr id="19" name="图片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21"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00" dirty="0">
                <a:solidFill>
                  <a:srgbClr val="FFFFFF">
                    <a:lumMod val="50000"/>
                  </a:srgbClr>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3057009092"/>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图文-四图3">
    <p:spTree>
      <p:nvGrpSpPr>
        <p:cNvPr id="1" name=""/>
        <p:cNvGrpSpPr/>
        <p:nvPr/>
      </p:nvGrpSpPr>
      <p:grpSpPr>
        <a:xfrm>
          <a:off x="0" y="0"/>
          <a:ext cx="0" cy="0"/>
          <a:chOff x="0" y="0"/>
          <a:chExt cx="0" cy="0"/>
        </a:xfrm>
      </p:grpSpPr>
      <p:sp>
        <p:nvSpPr>
          <p:cNvPr id="4" name="Picture Placeholder 8"/>
          <p:cNvSpPr>
            <a:spLocks noGrp="1"/>
          </p:cNvSpPr>
          <p:nvPr>
            <p:ph type="pic" sz="quarter" idx="14" hasCustomPrompt="1"/>
          </p:nvPr>
        </p:nvSpPr>
        <p:spPr>
          <a:xfrm>
            <a:off x="9212525" y="171324"/>
            <a:ext cx="2809185" cy="314667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5" name="Picture Placeholder 8"/>
          <p:cNvSpPr>
            <a:spLocks noGrp="1"/>
          </p:cNvSpPr>
          <p:nvPr>
            <p:ph type="pic" sz="quarter" idx="13" hasCustomPrompt="1"/>
          </p:nvPr>
        </p:nvSpPr>
        <p:spPr>
          <a:xfrm>
            <a:off x="6056760" y="3488365"/>
            <a:ext cx="2979543" cy="321089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7" name="Picture Placeholder 8"/>
          <p:cNvSpPr>
            <a:spLocks noGrp="1"/>
          </p:cNvSpPr>
          <p:nvPr>
            <p:ph type="pic" sz="quarter" idx="15" hasCustomPrompt="1"/>
          </p:nvPr>
        </p:nvSpPr>
        <p:spPr>
          <a:xfrm>
            <a:off x="6056760" y="171324"/>
            <a:ext cx="2979543" cy="3146671"/>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8" name="Picture Placeholder 8"/>
          <p:cNvSpPr>
            <a:spLocks noGrp="1"/>
          </p:cNvSpPr>
          <p:nvPr>
            <p:ph type="pic" sz="quarter" idx="16" hasCustomPrompt="1"/>
          </p:nvPr>
        </p:nvSpPr>
        <p:spPr>
          <a:xfrm>
            <a:off x="9212525" y="3488365"/>
            <a:ext cx="2809185" cy="3210899"/>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10" name="文本占位符 10"/>
          <p:cNvSpPr>
            <a:spLocks noGrp="1"/>
          </p:cNvSpPr>
          <p:nvPr>
            <p:ph type="body" sz="quarter" idx="18" hasCustomPrompt="1"/>
          </p:nvPr>
        </p:nvSpPr>
        <p:spPr>
          <a:xfrm>
            <a:off x="416871" y="2533714"/>
            <a:ext cx="2521977" cy="434975"/>
          </a:xfrm>
          <a:prstGeom prst="rect">
            <a:avLst/>
          </a:prstGeom>
        </p:spPr>
        <p:txBody>
          <a:bodyPr lIns="91332" tIns="45718" rIns="91332" bIns="45718"/>
          <a:lstStyle>
            <a:lvl1pPr marL="0" indent="0">
              <a:buNone/>
              <a:defRPr sz="2300" b="0" i="0">
                <a:solidFill>
                  <a:srgbClr val="1771EB"/>
                </a:solidFill>
                <a:latin typeface="微软雅黑" panose="020B0503020204020204" pitchFamily="34" charset="-122"/>
                <a:ea typeface="微软雅黑" panose="020B0503020204020204" pitchFamily="34" charset="-122"/>
              </a:defRPr>
            </a:lvl1pPr>
          </a:lstStyle>
          <a:p>
            <a:pPr lvl="0"/>
            <a:r>
              <a:rPr kumimoji="1" lang="zh-CN" altLang="en-US" dirty="0"/>
              <a:t>段落标题 </a:t>
            </a:r>
            <a:r>
              <a:rPr kumimoji="1" lang="en-US" altLang="zh-CN" dirty="0"/>
              <a:t>22</a:t>
            </a:r>
            <a:r>
              <a:rPr kumimoji="1" lang="zh-CN" altLang="en-US" dirty="0"/>
              <a:t>磅</a:t>
            </a:r>
          </a:p>
        </p:txBody>
      </p:sp>
      <p:sp>
        <p:nvSpPr>
          <p:cNvPr id="15" name="文本占位符 3"/>
          <p:cNvSpPr>
            <a:spLocks noGrp="1"/>
          </p:cNvSpPr>
          <p:nvPr>
            <p:ph type="body" sz="quarter" idx="24" hasCustomPrompt="1"/>
          </p:nvPr>
        </p:nvSpPr>
        <p:spPr>
          <a:xfrm>
            <a:off x="414057" y="3041639"/>
            <a:ext cx="3349560" cy="552823"/>
          </a:xfrm>
          <a:prstGeom prst="rect">
            <a:avLst/>
          </a:prstGeom>
        </p:spPr>
        <p:txBody>
          <a:bodyPr lIns="91332" tIns="45718" rIns="91332" bIns="45718" anchor="t"/>
          <a:lstStyle>
            <a:lvl1pPr marL="0" marR="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1" name="Title 2"/>
          <p:cNvSpPr>
            <a:spLocks noGrp="1"/>
          </p:cNvSpPr>
          <p:nvPr>
            <p:ph type="title" hasCustomPrompt="1"/>
          </p:nvPr>
        </p:nvSpPr>
        <p:spPr>
          <a:xfrm>
            <a:off x="398165" y="210672"/>
            <a:ext cx="5658631"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2" name="文本占位符 5"/>
          <p:cNvSpPr>
            <a:spLocks noGrp="1"/>
          </p:cNvSpPr>
          <p:nvPr>
            <p:ph type="body" sz="quarter" idx="30"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Tree>
    <p:extLst>
      <p:ext uri="{BB962C8B-B14F-4D97-AF65-F5344CB8AC3E}">
        <p14:creationId xmlns:p14="http://schemas.microsoft.com/office/powerpoint/2010/main" val="3861851145"/>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图文-六图1">
    <p:spTree>
      <p:nvGrpSpPr>
        <p:cNvPr id="1" name=""/>
        <p:cNvGrpSpPr/>
        <p:nvPr/>
      </p:nvGrpSpPr>
      <p:grpSpPr>
        <a:xfrm>
          <a:off x="0" y="0"/>
          <a:ext cx="0" cy="0"/>
          <a:chOff x="0" y="0"/>
          <a:chExt cx="0" cy="0"/>
        </a:xfrm>
      </p:grpSpPr>
      <p:sp>
        <p:nvSpPr>
          <p:cNvPr id="11" name="图片占位符 2"/>
          <p:cNvSpPr>
            <a:spLocks noGrp="1"/>
          </p:cNvSpPr>
          <p:nvPr>
            <p:ph type="pic" sz="quarter" idx="15" hasCustomPrompt="1"/>
          </p:nvPr>
        </p:nvSpPr>
        <p:spPr>
          <a:xfrm>
            <a:off x="856452" y="1856281"/>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2" name="图片占位符 2"/>
          <p:cNvSpPr>
            <a:spLocks noGrp="1"/>
          </p:cNvSpPr>
          <p:nvPr>
            <p:ph type="pic" sz="quarter" idx="16" hasCustomPrompt="1"/>
          </p:nvPr>
        </p:nvSpPr>
        <p:spPr>
          <a:xfrm>
            <a:off x="4475632" y="1856279"/>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3" name="图片占位符 2"/>
          <p:cNvSpPr>
            <a:spLocks noGrp="1"/>
          </p:cNvSpPr>
          <p:nvPr>
            <p:ph type="pic" sz="quarter" idx="17" hasCustomPrompt="1"/>
          </p:nvPr>
        </p:nvSpPr>
        <p:spPr>
          <a:xfrm>
            <a:off x="8094812" y="1856278"/>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4" name="图片占位符 2"/>
          <p:cNvSpPr>
            <a:spLocks noGrp="1"/>
          </p:cNvSpPr>
          <p:nvPr>
            <p:ph type="pic" sz="quarter" idx="18" hasCustomPrompt="1"/>
          </p:nvPr>
        </p:nvSpPr>
        <p:spPr>
          <a:xfrm>
            <a:off x="856452" y="4300338"/>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marL="0" indent="0" algn="ctr">
              <a:buFontTx/>
              <a:buNone/>
              <a:defRPr kumimoji="1" lang="zh-CN" altLang="en-US" sz="800" dirty="0">
                <a:solidFill>
                  <a:schemeClr val="bg1"/>
                </a:solidFill>
              </a:defRPr>
            </a:lvl1pPr>
          </a:lstStyle>
          <a:p>
            <a:pPr marL="317068" lvl="0" indent="-317068" algn="ctr"/>
            <a:r>
              <a:rPr kumimoji="1" lang="zh-CN" altLang="en-US" dirty="0"/>
              <a:t>点击添加图片</a:t>
            </a:r>
          </a:p>
        </p:txBody>
      </p:sp>
      <p:sp>
        <p:nvSpPr>
          <p:cNvPr id="26" name="图片占位符 2"/>
          <p:cNvSpPr>
            <a:spLocks noGrp="1"/>
          </p:cNvSpPr>
          <p:nvPr>
            <p:ph type="pic" sz="quarter" idx="19" hasCustomPrompt="1"/>
          </p:nvPr>
        </p:nvSpPr>
        <p:spPr>
          <a:xfrm>
            <a:off x="4475632" y="4300337"/>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7" name="图片占位符 2"/>
          <p:cNvSpPr>
            <a:spLocks noGrp="1"/>
          </p:cNvSpPr>
          <p:nvPr>
            <p:ph type="pic" sz="quarter" idx="20" hasCustomPrompt="1"/>
          </p:nvPr>
        </p:nvSpPr>
        <p:spPr>
          <a:xfrm>
            <a:off x="8094812" y="4300337"/>
            <a:ext cx="3240741" cy="207568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13" name="文本占位符 5"/>
          <p:cNvSpPr>
            <a:spLocks noGrp="1"/>
          </p:cNvSpPr>
          <p:nvPr>
            <p:ph type="body" sz="quarter" idx="30"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6"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9"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pic>
        <p:nvPicPr>
          <p:cNvPr id="14" name="图片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15"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00" dirty="0">
                <a:solidFill>
                  <a:srgbClr val="FFFFFF">
                    <a:lumMod val="50000"/>
                  </a:srgbClr>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398493263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图文-多图1">
    <p:spTree>
      <p:nvGrpSpPr>
        <p:cNvPr id="1" name=""/>
        <p:cNvGrpSpPr/>
        <p:nvPr/>
      </p:nvGrpSpPr>
      <p:grpSpPr>
        <a:xfrm>
          <a:off x="0" y="0"/>
          <a:ext cx="0" cy="0"/>
          <a:chOff x="0" y="0"/>
          <a:chExt cx="0" cy="0"/>
        </a:xfrm>
      </p:grpSpPr>
      <p:sp>
        <p:nvSpPr>
          <p:cNvPr id="10" name="Rectangle 23"/>
          <p:cNvSpPr/>
          <p:nvPr userDrawn="1"/>
        </p:nvSpPr>
        <p:spPr>
          <a:xfrm>
            <a:off x="3975945" y="1231627"/>
            <a:ext cx="2303163" cy="2303463"/>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287531" tIns="45718" rIns="91332" bIns="287531" rtlCol="0" anchor="b"/>
          <a:lstStyle/>
          <a:p>
            <a:pPr algn="ctr" defTabSz="412210" hangingPunct="0">
              <a:defRPr/>
            </a:pPr>
            <a:endParaRPr lang="en-US" sz="3200" kern="0" dirty="0">
              <a:solidFill>
                <a:srgbClr val="FFFFFF"/>
              </a:solidFill>
              <a:latin typeface="微软雅黑" panose="020B0503020204020204" pitchFamily="34" charset="-122"/>
              <a:ea typeface="微软雅黑" panose="020B0503020204020204" pitchFamily="34" charset="-122"/>
              <a:sym typeface="Helvetica Neue" panose="02000503000000020004"/>
            </a:endParaRPr>
          </a:p>
        </p:txBody>
      </p:sp>
      <p:sp>
        <p:nvSpPr>
          <p:cNvPr id="14" name="文本占位符 3"/>
          <p:cNvSpPr>
            <a:spLocks noGrp="1"/>
          </p:cNvSpPr>
          <p:nvPr>
            <p:ph type="body" sz="quarter" idx="25" hasCustomPrompt="1"/>
          </p:nvPr>
        </p:nvSpPr>
        <p:spPr>
          <a:xfrm>
            <a:off x="4085360" y="1547540"/>
            <a:ext cx="2073381" cy="492407"/>
          </a:xfrm>
          <a:prstGeom prst="rect">
            <a:avLst/>
          </a:prstGeom>
        </p:spPr>
        <p:txBody>
          <a:bodyPr lIns="91332" tIns="45718" rIns="91332" bIns="45718" anchor="ctr"/>
          <a:lstStyle>
            <a:lvl1pPr marL="0" indent="0" algn="ctr">
              <a:buNone/>
              <a:defRPr sz="19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15" name="文本占位符 3"/>
          <p:cNvSpPr>
            <a:spLocks noGrp="1"/>
          </p:cNvSpPr>
          <p:nvPr>
            <p:ph type="body" sz="quarter" idx="26" hasCustomPrompt="1"/>
          </p:nvPr>
        </p:nvSpPr>
        <p:spPr>
          <a:xfrm>
            <a:off x="4085360" y="2142413"/>
            <a:ext cx="2073381" cy="905587"/>
          </a:xfrm>
          <a:prstGeom prst="rect">
            <a:avLst/>
          </a:prstGeom>
        </p:spPr>
        <p:txBody>
          <a:bodyPr lIns="91332" tIns="45718" rIns="91332" bIns="45718" anchor="t"/>
          <a:lstStyle>
            <a:lvl1pPr marL="0" indent="0" algn="ctr">
              <a:lnSpc>
                <a:spcPct val="150000"/>
              </a:lnSpc>
              <a:buNone/>
              <a:defRPr sz="12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倍（图片为示意，请根据实际替换）</a:t>
            </a:r>
            <a:endParaRPr lang="x-none" altLang="zh-CN" dirty="0"/>
          </a:p>
        </p:txBody>
      </p:sp>
      <p:sp>
        <p:nvSpPr>
          <p:cNvPr id="4" name="Picture Placeholder 8"/>
          <p:cNvSpPr>
            <a:spLocks noGrp="1"/>
          </p:cNvSpPr>
          <p:nvPr>
            <p:ph type="pic" sz="quarter" idx="30" hasCustomPrompt="1"/>
          </p:nvPr>
        </p:nvSpPr>
        <p:spPr>
          <a:xfrm>
            <a:off x="1534745" y="1231627"/>
            <a:ext cx="2303463" cy="230346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5" name="Picture Placeholder 8"/>
          <p:cNvSpPr>
            <a:spLocks noGrp="1"/>
          </p:cNvSpPr>
          <p:nvPr>
            <p:ph type="pic" sz="quarter" idx="31" hasCustomPrompt="1"/>
          </p:nvPr>
        </p:nvSpPr>
        <p:spPr>
          <a:xfrm>
            <a:off x="1534677" y="3681977"/>
            <a:ext cx="2830451" cy="269784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7" name="Picture Placeholder 8"/>
          <p:cNvSpPr>
            <a:spLocks noGrp="1"/>
          </p:cNvSpPr>
          <p:nvPr>
            <p:ph type="pic" sz="quarter" idx="33" hasCustomPrompt="1"/>
          </p:nvPr>
        </p:nvSpPr>
        <p:spPr>
          <a:xfrm>
            <a:off x="7849749" y="3681977"/>
            <a:ext cx="2830451" cy="269784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8" name="Picture Placeholder 8"/>
          <p:cNvSpPr>
            <a:spLocks noGrp="1"/>
          </p:cNvSpPr>
          <p:nvPr>
            <p:ph type="pic" sz="quarter" idx="34" hasCustomPrompt="1"/>
          </p:nvPr>
        </p:nvSpPr>
        <p:spPr>
          <a:xfrm>
            <a:off x="6416917" y="1231627"/>
            <a:ext cx="4263283" cy="230346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9" name="Picture Placeholder 8"/>
          <p:cNvSpPr>
            <a:spLocks noGrp="1"/>
          </p:cNvSpPr>
          <p:nvPr>
            <p:ph type="pic" sz="quarter" idx="35" hasCustomPrompt="1"/>
          </p:nvPr>
        </p:nvSpPr>
        <p:spPr>
          <a:xfrm>
            <a:off x="4514640" y="3681977"/>
            <a:ext cx="3185597" cy="2697843"/>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en-US" sz="800">
                <a:solidFill>
                  <a:schemeClr val="bg1"/>
                </a:solidFill>
              </a:defRPr>
            </a:lvl1pPr>
          </a:lstStyle>
          <a:p>
            <a:pPr marL="0" lvl="0" indent="0" algn="ctr">
              <a:buNone/>
            </a:pPr>
            <a:r>
              <a:rPr lang="en-US" dirty="0" err="1"/>
              <a:t>点击添加图片</a:t>
            </a:r>
            <a:endParaRPr lang="en-US" dirty="0"/>
          </a:p>
        </p:txBody>
      </p:sp>
      <p:sp>
        <p:nvSpPr>
          <p:cNvPr id="16" name="文本占位符 5"/>
          <p:cNvSpPr>
            <a:spLocks noGrp="1"/>
          </p:cNvSpPr>
          <p:nvPr>
            <p:ph type="body" sz="quarter" idx="36"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7"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2"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pic>
        <p:nvPicPr>
          <p:cNvPr id="18" name="图片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19"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00" dirty="0">
                <a:solidFill>
                  <a:srgbClr val="FFFFFF">
                    <a:lumMod val="50000"/>
                  </a:srgbClr>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2879883438"/>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图文-四图4">
    <p:spTree>
      <p:nvGrpSpPr>
        <p:cNvPr id="1" name=""/>
        <p:cNvGrpSpPr/>
        <p:nvPr/>
      </p:nvGrpSpPr>
      <p:grpSpPr>
        <a:xfrm>
          <a:off x="0" y="0"/>
          <a:ext cx="0" cy="0"/>
          <a:chOff x="0" y="0"/>
          <a:chExt cx="0" cy="0"/>
        </a:xfrm>
      </p:grpSpPr>
      <p:sp>
        <p:nvSpPr>
          <p:cNvPr id="8" name="图片占位符 7"/>
          <p:cNvSpPr>
            <a:spLocks noGrp="1"/>
          </p:cNvSpPr>
          <p:nvPr>
            <p:ph type="pic" sz="quarter" idx="11" hasCustomPrompt="1"/>
          </p:nvPr>
        </p:nvSpPr>
        <p:spPr>
          <a:xfrm>
            <a:off x="-7248" y="-9000"/>
            <a:ext cx="3023607" cy="687600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9" name="图片占位符 7"/>
          <p:cNvSpPr>
            <a:spLocks noGrp="1"/>
          </p:cNvSpPr>
          <p:nvPr>
            <p:ph type="pic" sz="quarter" idx="12" hasCustomPrompt="1"/>
          </p:nvPr>
        </p:nvSpPr>
        <p:spPr>
          <a:xfrm>
            <a:off x="3052193" y="-9000"/>
            <a:ext cx="3023607" cy="687600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0" name="图片占位符 7"/>
          <p:cNvSpPr>
            <a:spLocks noGrp="1"/>
          </p:cNvSpPr>
          <p:nvPr>
            <p:ph type="pic" sz="quarter" idx="13" hasCustomPrompt="1"/>
          </p:nvPr>
        </p:nvSpPr>
        <p:spPr>
          <a:xfrm>
            <a:off x="6111570" y="-9000"/>
            <a:ext cx="3023607" cy="687600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algn="ctr">
              <a:buFontTx/>
              <a:buNone/>
              <a:defRPr kumimoji="1" lang="zh-CN" altLang="en-US" sz="800">
                <a:solidFill>
                  <a:schemeClr val="bg1"/>
                </a:solidFill>
              </a:defRPr>
            </a:lvl1pPr>
          </a:lstStyle>
          <a:p>
            <a:pPr marL="0" lvl="0" indent="0" algn="ctr">
              <a:buNone/>
            </a:pPr>
            <a:r>
              <a:rPr kumimoji="1" lang="zh-CN" altLang="en-US" dirty="0"/>
              <a:t>点击添加图片</a:t>
            </a:r>
          </a:p>
        </p:txBody>
      </p:sp>
      <p:sp>
        <p:nvSpPr>
          <p:cNvPr id="11" name="图片占位符 7"/>
          <p:cNvSpPr>
            <a:spLocks noGrp="1"/>
          </p:cNvSpPr>
          <p:nvPr>
            <p:ph type="pic" sz="quarter" idx="14" hasCustomPrompt="1"/>
          </p:nvPr>
        </p:nvSpPr>
        <p:spPr>
          <a:xfrm>
            <a:off x="9170949" y="-9000"/>
            <a:ext cx="3023607" cy="6876000"/>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728" tIns="539280" rIns="50728" bIns="50728" anchor="ctr">
            <a:noAutofit/>
          </a:bodyPr>
          <a:lstStyle>
            <a:lvl1pPr marL="0" indent="0" algn="ctr">
              <a:buNone/>
              <a:defRPr kumimoji="1" lang="zh-CN" altLang="en-US" sz="800">
                <a:solidFill>
                  <a:schemeClr val="bg1"/>
                </a:solidFill>
              </a:defRPr>
            </a:lvl1pPr>
          </a:lstStyle>
          <a:p>
            <a:pPr marL="317068" lvl="0" indent="-317068" algn="ctr"/>
            <a:r>
              <a:rPr kumimoji="1" lang="zh-CN" altLang="en-US" dirty="0"/>
              <a:t>点击添加图片</a:t>
            </a:r>
          </a:p>
        </p:txBody>
      </p:sp>
      <p:sp>
        <p:nvSpPr>
          <p:cNvPr id="7" name="矩形"/>
          <p:cNvSpPr/>
          <p:nvPr userDrawn="1"/>
        </p:nvSpPr>
        <p:spPr>
          <a:xfrm>
            <a:off x="795" y="3388465"/>
            <a:ext cx="12190412" cy="3481411"/>
          </a:xfrm>
          <a:prstGeom prst="rect">
            <a:avLst/>
          </a:prstGeom>
          <a:gradFill>
            <a:gsLst>
              <a:gs pos="0">
                <a:srgbClr val="000000">
                  <a:alpha val="0"/>
                </a:srgbClr>
              </a:gs>
              <a:gs pos="100000">
                <a:srgbClr val="000000"/>
              </a:gs>
            </a:gsLst>
            <a:lin ang="5400000"/>
          </a:gradFill>
          <a:ln w="12700">
            <a:miter lim="400000"/>
          </a:ln>
        </p:spPr>
        <p:txBody>
          <a:bodyPr lIns="25397" tIns="25397" rIns="25397" bIns="25397" anchor="ctr"/>
          <a:lstStyle/>
          <a:p>
            <a:pPr>
              <a:defRPr sz="3200">
                <a:solidFill>
                  <a:srgbClr val="000000"/>
                </a:solidFill>
                <a:latin typeface="Helvetica Neue Medium" panose="02000503000000020004"/>
                <a:ea typeface="Helvetica Neue Medium" panose="02000503000000020004"/>
                <a:cs typeface="Helvetica Neue Medium" panose="02000503000000020004"/>
                <a:sym typeface="Helvetica Neue Medium" panose="02000503000000020004"/>
              </a:defRPr>
            </a:pPr>
            <a:endParaRPr sz="1600" dirty="0">
              <a:solidFill>
                <a:srgbClr val="000000"/>
              </a:solidFill>
              <a:latin typeface="微软雅黑" panose="020B0503020204020204" pitchFamily="34" charset="-122"/>
              <a:ea typeface="微软雅黑" panose="020B0503020204020204" pitchFamily="34" charset="-122"/>
              <a:cs typeface="Helvetica Neue Medium" panose="02000503000000020004"/>
              <a:sym typeface="Helvetica Neue Medium" panose="02000503000000020004"/>
            </a:endParaRPr>
          </a:p>
        </p:txBody>
      </p:sp>
      <p:sp>
        <p:nvSpPr>
          <p:cNvPr id="17"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8" name="文本占位符 5"/>
          <p:cNvSpPr>
            <a:spLocks noGrp="1"/>
          </p:cNvSpPr>
          <p:nvPr>
            <p:ph type="body" sz="quarter" idx="31"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bg1"/>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19" name="文本占位符 3"/>
          <p:cNvSpPr>
            <a:spLocks noGrp="1"/>
          </p:cNvSpPr>
          <p:nvPr>
            <p:ph type="body" sz="quarter" idx="32" hasCustomPrompt="1"/>
          </p:nvPr>
        </p:nvSpPr>
        <p:spPr>
          <a:xfrm>
            <a:off x="525116" y="5006202"/>
            <a:ext cx="2073381" cy="492407"/>
          </a:xfrm>
          <a:prstGeom prst="rect">
            <a:avLst/>
          </a:prstGeom>
        </p:spPr>
        <p:txBody>
          <a:bodyPr lIns="91332" tIns="45718" rIns="91332" bIns="45718" anchor="ctr"/>
          <a:lstStyle>
            <a:lvl1pPr marL="0" indent="0" algn="ctr">
              <a:buNone/>
              <a:defRPr sz="19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29" name="文本占位符 3"/>
          <p:cNvSpPr>
            <a:spLocks noGrp="1"/>
          </p:cNvSpPr>
          <p:nvPr>
            <p:ph type="body" sz="quarter" idx="33" hasCustomPrompt="1"/>
          </p:nvPr>
        </p:nvSpPr>
        <p:spPr>
          <a:xfrm>
            <a:off x="525116" y="5529989"/>
            <a:ext cx="2073381" cy="905587"/>
          </a:xfrm>
          <a:prstGeom prst="rect">
            <a:avLst/>
          </a:prstGeom>
        </p:spPr>
        <p:txBody>
          <a:bodyPr lIns="91332" tIns="45718" rIns="91332" bIns="45718" anchor="t"/>
          <a:lstStyle>
            <a:lvl1pPr marL="0" indent="0" algn="ctr">
              <a:lnSpc>
                <a:spcPct val="150000"/>
              </a:lnSpc>
              <a:buNone/>
              <a:defRPr sz="12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倍（图片为示意，请根据实际替换）</a:t>
            </a:r>
            <a:endParaRPr lang="x-none" altLang="zh-CN" dirty="0"/>
          </a:p>
        </p:txBody>
      </p:sp>
      <p:sp>
        <p:nvSpPr>
          <p:cNvPr id="30" name="文本占位符 3"/>
          <p:cNvSpPr>
            <a:spLocks noGrp="1"/>
          </p:cNvSpPr>
          <p:nvPr>
            <p:ph type="body" sz="quarter" idx="34" hasCustomPrompt="1"/>
          </p:nvPr>
        </p:nvSpPr>
        <p:spPr>
          <a:xfrm>
            <a:off x="3525488" y="5006202"/>
            <a:ext cx="2073381" cy="492407"/>
          </a:xfrm>
          <a:prstGeom prst="rect">
            <a:avLst/>
          </a:prstGeom>
        </p:spPr>
        <p:txBody>
          <a:bodyPr lIns="91332" tIns="45718" rIns="91332" bIns="45718" anchor="ctr"/>
          <a:lstStyle>
            <a:lvl1pPr marL="0" indent="0" algn="ctr">
              <a:buNone/>
              <a:defRPr sz="19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1" name="文本占位符 3"/>
          <p:cNvSpPr>
            <a:spLocks noGrp="1"/>
          </p:cNvSpPr>
          <p:nvPr>
            <p:ph type="body" sz="quarter" idx="35" hasCustomPrompt="1"/>
          </p:nvPr>
        </p:nvSpPr>
        <p:spPr>
          <a:xfrm>
            <a:off x="3525488" y="5529989"/>
            <a:ext cx="2073381" cy="905587"/>
          </a:xfrm>
          <a:prstGeom prst="rect">
            <a:avLst/>
          </a:prstGeom>
        </p:spPr>
        <p:txBody>
          <a:bodyPr lIns="91332" tIns="45718" rIns="91332" bIns="45718" anchor="t"/>
          <a:lstStyle>
            <a:lvl1pPr marL="0" indent="0" algn="ctr">
              <a:lnSpc>
                <a:spcPct val="150000"/>
              </a:lnSpc>
              <a:buNone/>
              <a:defRPr sz="12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倍（图片为示意，请根据实际替换）</a:t>
            </a:r>
            <a:endParaRPr lang="x-none" altLang="zh-CN" dirty="0"/>
          </a:p>
        </p:txBody>
      </p:sp>
      <p:sp>
        <p:nvSpPr>
          <p:cNvPr id="32" name="文本占位符 3"/>
          <p:cNvSpPr>
            <a:spLocks noGrp="1"/>
          </p:cNvSpPr>
          <p:nvPr>
            <p:ph type="body" sz="quarter" idx="36" hasCustomPrompt="1"/>
          </p:nvPr>
        </p:nvSpPr>
        <p:spPr>
          <a:xfrm>
            <a:off x="6586612" y="5006202"/>
            <a:ext cx="2073381" cy="492407"/>
          </a:xfrm>
          <a:prstGeom prst="rect">
            <a:avLst/>
          </a:prstGeom>
        </p:spPr>
        <p:txBody>
          <a:bodyPr lIns="91332" tIns="45718" rIns="91332" bIns="45718" anchor="ctr"/>
          <a:lstStyle>
            <a:lvl1pPr marL="0" indent="0" algn="ctr">
              <a:buNone/>
              <a:defRPr sz="19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3" name="文本占位符 3"/>
          <p:cNvSpPr>
            <a:spLocks noGrp="1"/>
          </p:cNvSpPr>
          <p:nvPr>
            <p:ph type="body" sz="quarter" idx="37" hasCustomPrompt="1"/>
          </p:nvPr>
        </p:nvSpPr>
        <p:spPr>
          <a:xfrm>
            <a:off x="6586612" y="5529989"/>
            <a:ext cx="2073381" cy="905587"/>
          </a:xfrm>
          <a:prstGeom prst="rect">
            <a:avLst/>
          </a:prstGeom>
        </p:spPr>
        <p:txBody>
          <a:bodyPr lIns="91332" tIns="45718" rIns="91332" bIns="45718" anchor="t"/>
          <a:lstStyle>
            <a:lvl1pPr marL="0" indent="0" algn="ctr">
              <a:lnSpc>
                <a:spcPct val="150000"/>
              </a:lnSpc>
              <a:buNone/>
              <a:defRPr sz="12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倍（图片为示意，请根据实际替换）</a:t>
            </a:r>
            <a:endParaRPr lang="x-none" altLang="zh-CN" dirty="0"/>
          </a:p>
        </p:txBody>
      </p:sp>
      <p:sp>
        <p:nvSpPr>
          <p:cNvPr id="34" name="文本占位符 3"/>
          <p:cNvSpPr>
            <a:spLocks noGrp="1"/>
          </p:cNvSpPr>
          <p:nvPr>
            <p:ph type="body" sz="quarter" idx="38" hasCustomPrompt="1"/>
          </p:nvPr>
        </p:nvSpPr>
        <p:spPr>
          <a:xfrm>
            <a:off x="9644136" y="5006202"/>
            <a:ext cx="2073381" cy="492407"/>
          </a:xfrm>
          <a:prstGeom prst="rect">
            <a:avLst/>
          </a:prstGeom>
        </p:spPr>
        <p:txBody>
          <a:bodyPr lIns="91332" tIns="45718" rIns="91332" bIns="45718" anchor="ctr"/>
          <a:lstStyle>
            <a:lvl1pPr marL="0" indent="0" algn="ctr">
              <a:buNone/>
              <a:defRPr sz="19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pPr lvl="0"/>
            <a:r>
              <a:rPr kumimoji="1" lang="zh-CN" altLang="en-US" dirty="0"/>
              <a:t>段落标题 </a:t>
            </a:r>
            <a:r>
              <a:rPr kumimoji="1" lang="en-US" altLang="zh-CN" dirty="0"/>
              <a:t>18</a:t>
            </a:r>
            <a:r>
              <a:rPr kumimoji="1" lang="zh-CN" altLang="en-US" dirty="0"/>
              <a:t>磅</a:t>
            </a:r>
          </a:p>
        </p:txBody>
      </p:sp>
      <p:sp>
        <p:nvSpPr>
          <p:cNvPr id="35" name="文本占位符 3"/>
          <p:cNvSpPr>
            <a:spLocks noGrp="1"/>
          </p:cNvSpPr>
          <p:nvPr>
            <p:ph type="body" sz="quarter" idx="39" hasCustomPrompt="1"/>
          </p:nvPr>
        </p:nvSpPr>
        <p:spPr>
          <a:xfrm>
            <a:off x="9644136" y="5529989"/>
            <a:ext cx="2073381" cy="905587"/>
          </a:xfrm>
          <a:prstGeom prst="rect">
            <a:avLst/>
          </a:prstGeom>
        </p:spPr>
        <p:txBody>
          <a:bodyPr lIns="91332" tIns="45718" rIns="91332" bIns="45718" anchor="t"/>
          <a:lstStyle>
            <a:lvl1pPr marL="0" indent="0" algn="ctr">
              <a:lnSpc>
                <a:spcPct val="150000"/>
              </a:lnSpc>
              <a:buNone/>
              <a:defRPr sz="1200" b="0" i="0">
                <a:solidFill>
                  <a:schemeClr val="bg1"/>
                </a:solidFill>
                <a:latin typeface="微软雅黑" panose="020B0503020204020204" pitchFamily="34" charset="-122"/>
                <a:ea typeface="微软雅黑" panose="020B0503020204020204" pitchFamily="34" charset="-122"/>
              </a:defRPr>
            </a:lvl1pPr>
            <a:lvl3pPr marL="634136" indent="0">
              <a:buNone/>
              <a:defRPr/>
            </a:lvl3pPr>
          </a:lstStyle>
          <a:p>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倍（图片为示意，请根据实际替换）</a:t>
            </a:r>
            <a:endParaRPr lang="x-none" altLang="zh-CN" dirty="0"/>
          </a:p>
        </p:txBody>
      </p:sp>
    </p:spTree>
    <p:extLst>
      <p:ext uri="{BB962C8B-B14F-4D97-AF65-F5344CB8AC3E}">
        <p14:creationId xmlns:p14="http://schemas.microsoft.com/office/powerpoint/2010/main" val="192148958"/>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章节页0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01</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6"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8" name="标题占位符 1"/>
          <p:cNvSpPr>
            <a:spLocks noGrp="1"/>
          </p:cNvSpPr>
          <p:nvPr>
            <p:ph type="title" hasCustomPrompt="1"/>
          </p:nvPr>
        </p:nvSpPr>
        <p:spPr>
          <a:xfrm>
            <a:off x="472126" y="2715567"/>
            <a:ext cx="9939959"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磅，已备好</a:t>
            </a:r>
            <a:r>
              <a:rPr kumimoji="1" lang="en-US" altLang="zh-CN" dirty="0"/>
              <a:t>7</a:t>
            </a:r>
            <a:r>
              <a:rPr kumimoji="1" lang="zh-CN" altLang="en-US" dirty="0"/>
              <a:t>个章节的模版供选择</a:t>
            </a:r>
          </a:p>
        </p:txBody>
      </p:sp>
      <p:sp>
        <p:nvSpPr>
          <p:cNvPr id="9" name="文本占位符 8"/>
          <p:cNvSpPr>
            <a:spLocks noGrp="1"/>
          </p:cNvSpPr>
          <p:nvPr>
            <p:ph type="body" sz="quarter" idx="17"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1-3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0" name="矩形 9"/>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916134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章节页02">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02</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6"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7" name="标题占位符 1"/>
          <p:cNvSpPr>
            <a:spLocks noGrp="1"/>
          </p:cNvSpPr>
          <p:nvPr>
            <p:ph type="title" hasCustomPrompt="1"/>
          </p:nvPr>
        </p:nvSpPr>
        <p:spPr>
          <a:xfrm>
            <a:off x="472104" y="2715567"/>
            <a:ext cx="7267879"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2-3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613063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章节页03">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69" y="3"/>
            <a:ext cx="12190731"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03</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5"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0" name="标题占位符 1"/>
          <p:cNvSpPr>
            <a:spLocks noGrp="1"/>
          </p:cNvSpPr>
          <p:nvPr>
            <p:ph type="title" hasCustomPrompt="1"/>
          </p:nvPr>
        </p:nvSpPr>
        <p:spPr>
          <a:xfrm>
            <a:off x="472055" y="2715567"/>
            <a:ext cx="9228536"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p:cNvSpPr>
            <a:spLocks noGrp="1"/>
          </p:cNvSpPr>
          <p:nvPr>
            <p:ph type="body" sz="quarter" idx="18"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3-3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563418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章节页04">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04</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sp>
        <p:nvSpPr>
          <p:cNvPr id="5"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pic>
        <p:nvPicPr>
          <p:cNvPr id="6" name="图片 5"/>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9" name="标题占位符 1"/>
          <p:cNvSpPr>
            <a:spLocks noGrp="1"/>
          </p:cNvSpPr>
          <p:nvPr>
            <p:ph type="title" hasCustomPrompt="1"/>
          </p:nvPr>
        </p:nvSpPr>
        <p:spPr>
          <a:xfrm>
            <a:off x="472104" y="2715567"/>
            <a:ext cx="7267879"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4-3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2" name="矩形 11"/>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070745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章节页05">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839"/>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05</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6"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1" name="标题占位符 1"/>
          <p:cNvSpPr>
            <a:spLocks noGrp="1"/>
          </p:cNvSpPr>
          <p:nvPr>
            <p:ph type="title" hasCustomPrompt="1"/>
          </p:nvPr>
        </p:nvSpPr>
        <p:spPr>
          <a:xfrm>
            <a:off x="472104" y="2715567"/>
            <a:ext cx="7267879"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3" name="文本占位符 8"/>
          <p:cNvSpPr>
            <a:spLocks noGrp="1"/>
          </p:cNvSpPr>
          <p:nvPr>
            <p:ph type="body" sz="quarter" idx="18"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5-3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945080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章节页06">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69" y="3"/>
            <a:ext cx="12190731" cy="6872068"/>
          </a:xfrm>
          <a:prstGeom prst="rect">
            <a:avLst/>
          </a:prstGeom>
        </p:spPr>
      </p:pic>
      <p:sp>
        <p:nvSpPr>
          <p:cNvPr id="6" name="文本框 5"/>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06</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5"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0" name="标题占位符 1"/>
          <p:cNvSpPr>
            <a:spLocks noGrp="1"/>
          </p:cNvSpPr>
          <p:nvPr>
            <p:ph type="title" hasCustomPrompt="1"/>
          </p:nvPr>
        </p:nvSpPr>
        <p:spPr>
          <a:xfrm>
            <a:off x="472104" y="2715567"/>
            <a:ext cx="7267879"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2" name="文本占位符 8"/>
          <p:cNvSpPr>
            <a:spLocks noGrp="1"/>
          </p:cNvSpPr>
          <p:nvPr>
            <p:ph type="body" sz="quarter" idx="18"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6-3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9" name="矩形 8"/>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872678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章节页07">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2784"/>
          </a:xfrm>
          <a:prstGeom prst="rect">
            <a:avLst/>
          </a:prstGeom>
        </p:spPr>
      </p:pic>
      <p:sp>
        <p:nvSpPr>
          <p:cNvPr id="4" name="文本框 3"/>
          <p:cNvSpPr txBox="1"/>
          <p:nvPr userDrawn="1"/>
        </p:nvSpPr>
        <p:spPr>
          <a:xfrm>
            <a:off x="368287" y="259692"/>
            <a:ext cx="2162772" cy="2015936"/>
          </a:xfrm>
          <a:prstGeom prst="rect">
            <a:avLst/>
          </a:prstGeom>
          <a:noFill/>
        </p:spPr>
        <p:txBody>
          <a:bodyPr wrap="none" lIns="91332" tIns="45718" rIns="91332" bIns="45718" rtlCol="0">
            <a:spAutoFit/>
          </a:bodyPr>
          <a:lstStyle/>
          <a:p>
            <a:r>
              <a:rPr kumimoji="1" lang="en-US" altLang="zh-CN" sz="12500" b="1" dirty="0">
                <a:solidFill>
                  <a:srgbClr val="46CCFE"/>
                </a:solidFill>
                <a:latin typeface="微软雅黑" panose="020B0503020204020204" pitchFamily="34" charset="-122"/>
                <a:ea typeface="微软雅黑" panose="020B0503020204020204" pitchFamily="34" charset="-122"/>
              </a:rPr>
              <a:t>07</a:t>
            </a:r>
            <a:endParaRPr kumimoji="1" lang="zh-CN" altLang="en-US" sz="12500" b="1" dirty="0">
              <a:solidFill>
                <a:srgbClr val="46CCFE"/>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userDrawn="1"/>
        </p:nvPicPr>
        <p:blipFill>
          <a:blip r:embed="rId3"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5"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9" name="标题占位符 1"/>
          <p:cNvSpPr>
            <a:spLocks noGrp="1"/>
          </p:cNvSpPr>
          <p:nvPr>
            <p:ph type="title" hasCustomPrompt="1"/>
          </p:nvPr>
        </p:nvSpPr>
        <p:spPr>
          <a:xfrm>
            <a:off x="472104" y="2715567"/>
            <a:ext cx="7267879" cy="609812"/>
          </a:xfrm>
          <a:prstGeom prst="rect">
            <a:avLst/>
          </a:prstGeom>
        </p:spPr>
        <p:txBody>
          <a:bodyPr vert="horz" lIns="91332" tIns="45718" rIns="91332" bIns="45718" rtlCol="0" anchor="t">
            <a:noAutofit/>
          </a:bodyPr>
          <a:lstStyle>
            <a:lvl1pPr>
              <a:lnSpc>
                <a:spcPct val="120000"/>
              </a:lnSpc>
              <a:defRPr sz="2400" b="1">
                <a:solidFill>
                  <a:schemeClr val="bg1"/>
                </a:solidFill>
              </a:defRPr>
            </a:lvl1pPr>
          </a:lstStyle>
          <a:p>
            <a:r>
              <a:rPr kumimoji="1" lang="zh-CN" altLang="en-US" dirty="0"/>
              <a:t>单击此处编辑子标题文本，标题</a:t>
            </a:r>
            <a:r>
              <a:rPr kumimoji="1" lang="en-US" altLang="zh-CN" dirty="0"/>
              <a:t>24</a:t>
            </a:r>
            <a:r>
              <a:rPr kumimoji="1" lang="zh-CN" altLang="en-US" dirty="0"/>
              <a:t>磅</a:t>
            </a:r>
          </a:p>
        </p:txBody>
      </p:sp>
      <p:sp>
        <p:nvSpPr>
          <p:cNvPr id="11" name="文本占位符 8"/>
          <p:cNvSpPr>
            <a:spLocks noGrp="1"/>
          </p:cNvSpPr>
          <p:nvPr>
            <p:ph type="body" sz="quarter" idx="18" hasCustomPrompt="1"/>
          </p:nvPr>
        </p:nvSpPr>
        <p:spPr>
          <a:xfrm>
            <a:off x="472126" y="3315219"/>
            <a:ext cx="4724719" cy="1276660"/>
          </a:xfrm>
          <a:prstGeom prst="rect">
            <a:avLst/>
          </a:prstGeom>
        </p:spPr>
        <p:txBody>
          <a:bodyPr lIns="91332" tIns="45718" rIns="91332" bIns="45718"/>
          <a:lstStyle>
            <a:lvl1pPr marL="0" marR="0" indent="0" algn="l" defTabSz="913176" rtl="0" eaLnBrk="1" fontAlgn="auto" latinLnBrk="0" hangingPunct="1">
              <a:lnSpc>
                <a:spcPct val="130000"/>
              </a:lnSpc>
              <a:spcBef>
                <a:spcPts val="0"/>
              </a:spcBef>
              <a:spcAft>
                <a:spcPts val="0"/>
              </a:spcAft>
              <a:buClrTx/>
              <a:buSzTx/>
              <a:buFont typeface="Arial" panose="020B0604020202020204" pitchFamily="34" charset="0"/>
              <a:buNone/>
              <a:defRPr sz="1600">
                <a:solidFill>
                  <a:schemeClr val="bg1"/>
                </a:solidFill>
              </a:defRPr>
            </a:lvl1pPr>
          </a:lstStyle>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7-1</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7-2</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r>
              <a:rPr kumimoji="1" lang="en-US" altLang="zh-CN" dirty="0"/>
              <a:t>7-3</a:t>
            </a:r>
            <a:r>
              <a:rPr kumimoji="1" lang="zh-CN" altLang="en-US" dirty="0"/>
              <a:t> 单击此处编辑文本样式</a:t>
            </a:r>
            <a:endParaRPr kumimoji="1" lang="en-US" altLang="zh-CN" dirty="0"/>
          </a:p>
          <a:p>
            <a:pPr marL="228312" marR="0" lvl="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a:pPr>
            <a:endParaRPr kumimoji="1" lang="en-US" altLang="zh-CN" dirty="0"/>
          </a:p>
        </p:txBody>
      </p:sp>
      <p:sp>
        <p:nvSpPr>
          <p:cNvPr id="12" name="矩形 11"/>
          <p:cNvSpPr/>
          <p:nvPr userDrawn="1"/>
        </p:nvSpPr>
        <p:spPr>
          <a:xfrm>
            <a:off x="551568" y="2275628"/>
            <a:ext cx="801317" cy="8790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332" tIns="45718" rIns="91332" bIns="45718" rtlCol="0" anchor="ctr"/>
          <a:lstStyle/>
          <a:p>
            <a:pPr algn="ctr"/>
            <a:endParaRPr kumimoji="1" lang="zh-CN" altLang="en-US" dirty="0">
              <a:solidFill>
                <a:srgbClr val="FFFF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502696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行业章节">
    <p:spTree>
      <p:nvGrpSpPr>
        <p:cNvPr id="1" name=""/>
        <p:cNvGrpSpPr/>
        <p:nvPr/>
      </p:nvGrpSpPr>
      <p:grpSpPr>
        <a:xfrm>
          <a:off x="0" y="0"/>
          <a:ext cx="0" cy="0"/>
          <a:chOff x="0" y="0"/>
          <a:chExt cx="0" cy="0"/>
        </a:xfrm>
      </p:grpSpPr>
      <p:sp>
        <p:nvSpPr>
          <p:cNvPr id="19" name="矩形"/>
          <p:cNvSpPr/>
          <p:nvPr userDrawn="1"/>
        </p:nvSpPr>
        <p:spPr>
          <a:xfrm>
            <a:off x="3"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panose="02000503000000020004"/>
              </a:defRPr>
            </a:pPr>
            <a:endParaRPr sz="1500" dirty="0">
              <a:solidFill>
                <a:srgbClr val="FFFFFF"/>
              </a:solidFill>
              <a:latin typeface="微软雅黑" panose="020B0503020204020204" pitchFamily="34" charset="-122"/>
              <a:sym typeface="Helvetica Neue Medium" panose="02000503000000020004"/>
            </a:endParaRPr>
          </a:p>
        </p:txBody>
      </p:sp>
      <p:pic>
        <p:nvPicPr>
          <p:cNvPr id="20" name="图片 19"/>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21"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22" name="图片占位符 7"/>
          <p:cNvSpPr>
            <a:spLocks noGrp="1"/>
          </p:cNvSpPr>
          <p:nvPr>
            <p:ph type="pic" sz="quarter" idx="10" hasCustomPrompt="1"/>
          </p:nvPr>
        </p:nvSpPr>
        <p:spPr>
          <a:xfrm>
            <a:off x="4368257" y="0"/>
            <a:ext cx="7817395" cy="6858000"/>
          </a:xfrm>
          <a:prstGeom prst="rect">
            <a:avLst/>
          </a:prstGeom>
        </p:spPr>
        <p:txBody>
          <a:bodyPr lIns="91332" tIns="45718" rIns="91332" bIns="45718"/>
          <a:lstStyle>
            <a:lvl1pPr>
              <a:defRPr>
                <a:solidFill>
                  <a:schemeClr val="bg1"/>
                </a:solidFill>
              </a:defRPr>
            </a:lvl1pPr>
          </a:lstStyle>
          <a:p>
            <a:r>
              <a:rPr kumimoji="1" lang="zh-CN" altLang="en-US" dirty="0"/>
              <a:t>拖拽到此处，插入图片</a:t>
            </a:r>
          </a:p>
        </p:txBody>
      </p:sp>
      <p:sp>
        <p:nvSpPr>
          <p:cNvPr id="23" name="标题 31"/>
          <p:cNvSpPr>
            <a:spLocks noGrp="1"/>
          </p:cNvSpPr>
          <p:nvPr>
            <p:ph type="title" hasCustomPrompt="1"/>
          </p:nvPr>
        </p:nvSpPr>
        <p:spPr>
          <a:xfrm>
            <a:off x="507846" y="419934"/>
            <a:ext cx="2366055" cy="604263"/>
          </a:xfrm>
          <a:prstGeom prst="rect">
            <a:avLst/>
          </a:prstGeom>
        </p:spPr>
        <p:txBody>
          <a:bodyPr lIns="91332" tIns="45718" rIns="91332" bIns="45718"/>
          <a:lstStyle>
            <a:lvl1pPr>
              <a:defRPr sz="3600" b="1">
                <a:solidFill>
                  <a:schemeClr val="bg1"/>
                </a:solidFill>
              </a:defRPr>
            </a:lvl1pPr>
          </a:lstStyle>
          <a:p>
            <a:r>
              <a:rPr kumimoji="1" lang="zh-CN" altLang="en-US" dirty="0"/>
              <a:t>行业标题</a:t>
            </a:r>
          </a:p>
        </p:txBody>
      </p:sp>
      <p:sp>
        <p:nvSpPr>
          <p:cNvPr id="24" name="文本占位符 33"/>
          <p:cNvSpPr>
            <a:spLocks noGrp="1"/>
          </p:cNvSpPr>
          <p:nvPr>
            <p:ph type="body" sz="quarter" idx="14" hasCustomPrompt="1"/>
          </p:nvPr>
        </p:nvSpPr>
        <p:spPr>
          <a:xfrm>
            <a:off x="507846" y="1046205"/>
            <a:ext cx="2366055" cy="285115"/>
          </a:xfrm>
          <a:prstGeom prst="rect">
            <a:avLst/>
          </a:prstGeom>
        </p:spPr>
        <p:txBody>
          <a:bodyPr lIns="91332" tIns="45718" rIns="91332" bIns="45718"/>
          <a:lstStyle>
            <a:lvl1pPr marL="0" indent="0">
              <a:buNone/>
              <a:defRPr sz="1600">
                <a:solidFill>
                  <a:schemeClr val="bg1"/>
                </a:solidFill>
              </a:defRPr>
            </a:lvl1pPr>
          </a:lstStyle>
          <a:p>
            <a:pPr lvl="0"/>
            <a:r>
              <a:rPr kumimoji="1" lang="zh-CN" altLang="en-US" dirty="0"/>
              <a:t>副标题 </a:t>
            </a:r>
            <a:r>
              <a:rPr kumimoji="1" lang="en-US" altLang="zh-CN" dirty="0"/>
              <a:t>|</a:t>
            </a:r>
            <a:r>
              <a:rPr kumimoji="1" lang="zh-CN" altLang="en-US" dirty="0"/>
              <a:t> 副标题 </a:t>
            </a:r>
            <a:r>
              <a:rPr kumimoji="1" lang="en-US" altLang="zh-CN" dirty="0"/>
              <a:t>|</a:t>
            </a:r>
            <a:r>
              <a:rPr kumimoji="1" lang="zh-CN" altLang="en-US" dirty="0"/>
              <a:t> 副标题 </a:t>
            </a:r>
          </a:p>
        </p:txBody>
      </p:sp>
      <p:sp>
        <p:nvSpPr>
          <p:cNvPr id="25" name="文本占位符 17"/>
          <p:cNvSpPr>
            <a:spLocks noGrp="1"/>
          </p:cNvSpPr>
          <p:nvPr>
            <p:ph type="body" sz="quarter" idx="15" hasCustomPrompt="1"/>
          </p:nvPr>
        </p:nvSpPr>
        <p:spPr>
          <a:xfrm>
            <a:off x="507791" y="2055869"/>
            <a:ext cx="2525713" cy="2301587"/>
          </a:xfrm>
          <a:prstGeom prst="rect">
            <a:avLst/>
          </a:prstGeom>
        </p:spPr>
        <p:txBody>
          <a:bodyPr lIns="91332" tIns="45718" rIns="91332" bIns="45718"/>
          <a:lstStyle>
            <a:lvl1pPr marL="228312" marR="0" indent="-228312" algn="l" defTabSz="913176" rtl="0" eaLnBrk="1" fontAlgn="auto" latinLnBrk="0" hangingPunct="1">
              <a:lnSpc>
                <a:spcPct val="130000"/>
              </a:lnSpc>
              <a:spcBef>
                <a:spcPts val="0"/>
              </a:spcBef>
              <a:spcAft>
                <a:spcPts val="0"/>
              </a:spcAft>
              <a:buClrTx/>
              <a:buSzTx/>
              <a:buFont typeface="Arial" panose="020B0604020202020204" pitchFamily="34" charset="0"/>
              <a:buChar cha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kumimoji="1" lang="zh-CN" altLang="en-US" dirty="0"/>
              <a:t>此段文字旨在显示正确的字号和段落的位置，例文可替换</a:t>
            </a:r>
            <a:endParaRPr kumimoji="1" lang="en-US" altLang="zh-CN" dirty="0"/>
          </a:p>
          <a:p>
            <a:pPr marL="228312" marR="0" lvl="0" indent="-228312" algn="l" defTabSz="913176" rtl="0" eaLnBrk="1" fontAlgn="auto" latinLnBrk="0" hangingPunct="1">
              <a:lnSpc>
                <a:spcPct val="150000"/>
              </a:lnSpc>
              <a:spcBef>
                <a:spcPts val="1000"/>
              </a:spcBef>
              <a:spcAft>
                <a:spcPts val="0"/>
              </a:spcAft>
              <a:buClrTx/>
              <a:buSzTx/>
              <a:buFont typeface="Arial" panose="020B0604020202020204" pitchFamily="34" charset="0"/>
              <a:buChar char="•"/>
              <a:defRPr/>
            </a:pPr>
            <a:r>
              <a:rPr kumimoji="1" lang="zh-CN" altLang="en-US" dirty="0"/>
              <a:t>此段文字旨在显示正确的字号和段落的位置，例文可替换</a:t>
            </a:r>
          </a:p>
          <a:p>
            <a:pPr lvl="0"/>
            <a:endParaRPr kumimoji="1" lang="zh-CN" altLang="en-US" dirty="0"/>
          </a:p>
        </p:txBody>
      </p:sp>
    </p:spTree>
    <p:extLst>
      <p:ext uri="{BB962C8B-B14F-4D97-AF65-F5344CB8AC3E}">
        <p14:creationId xmlns:p14="http://schemas.microsoft.com/office/powerpoint/2010/main" val="17252332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设备-手机1">
    <p:spTree>
      <p:nvGrpSpPr>
        <p:cNvPr id="1" name=""/>
        <p:cNvGrpSpPr/>
        <p:nvPr/>
      </p:nvGrpSpPr>
      <p:grpSpPr>
        <a:xfrm>
          <a:off x="0" y="0"/>
          <a:ext cx="0" cy="0"/>
          <a:chOff x="0" y="0"/>
          <a:chExt cx="0" cy="0"/>
        </a:xfrm>
      </p:grpSpPr>
      <p:sp>
        <p:nvSpPr>
          <p:cNvPr id="10" name="Picture Placeholder 13"/>
          <p:cNvSpPr>
            <a:spLocks noGrp="1"/>
          </p:cNvSpPr>
          <p:nvPr>
            <p:ph type="pic" sz="quarter" idx="46" hasCustomPrompt="1"/>
          </p:nvPr>
        </p:nvSpPr>
        <p:spPr>
          <a:xfrm>
            <a:off x="6959087" y="1448436"/>
            <a:ext cx="2735644" cy="5914800"/>
          </a:xfrm>
          <a:custGeom>
            <a:avLst/>
            <a:gdLst>
              <a:gd name="connsiteX0" fmla="*/ 250164 w 2509837"/>
              <a:gd name="connsiteY0" fmla="*/ 0 h 5326062"/>
              <a:gd name="connsiteX1" fmla="*/ 524933 w 2509837"/>
              <a:gd name="connsiteY1" fmla="*/ 0 h 5326062"/>
              <a:gd name="connsiteX2" fmla="*/ 557742 w 2509837"/>
              <a:gd name="connsiteY2" fmla="*/ 36205 h 5326062"/>
              <a:gd name="connsiteX3" fmla="*/ 557742 w 2509837"/>
              <a:gd name="connsiteY3" fmla="*/ 64363 h 5326062"/>
              <a:gd name="connsiteX4" fmla="*/ 701278 w 2509837"/>
              <a:gd name="connsiteY4" fmla="*/ 197113 h 5326062"/>
              <a:gd name="connsiteX5" fmla="*/ 1816761 w 2509837"/>
              <a:gd name="connsiteY5" fmla="*/ 197113 h 5326062"/>
              <a:gd name="connsiteX6" fmla="*/ 1956197 w 2509837"/>
              <a:gd name="connsiteY6" fmla="*/ 60341 h 5326062"/>
              <a:gd name="connsiteX7" fmla="*/ 1956197 w 2509837"/>
              <a:gd name="connsiteY7" fmla="*/ 36205 h 5326062"/>
              <a:gd name="connsiteX8" fmla="*/ 1989005 w 2509837"/>
              <a:gd name="connsiteY8" fmla="*/ 0 h 5326062"/>
              <a:gd name="connsiteX9" fmla="*/ 2259673 w 2509837"/>
              <a:gd name="connsiteY9" fmla="*/ 0 h 5326062"/>
              <a:gd name="connsiteX10" fmla="*/ 2509837 w 2509837"/>
              <a:gd name="connsiteY10" fmla="*/ 249408 h 5326062"/>
              <a:gd name="connsiteX11" fmla="*/ 2509837 w 2509837"/>
              <a:gd name="connsiteY11" fmla="*/ 5080677 h 5326062"/>
              <a:gd name="connsiteX12" fmla="*/ 2259673 w 2509837"/>
              <a:gd name="connsiteY12" fmla="*/ 5326062 h 5326062"/>
              <a:gd name="connsiteX13" fmla="*/ 250164 w 2509837"/>
              <a:gd name="connsiteY13" fmla="*/ 5326062 h 5326062"/>
              <a:gd name="connsiteX14" fmla="*/ 0 w 2509837"/>
              <a:gd name="connsiteY14" fmla="*/ 5080677 h 5326062"/>
              <a:gd name="connsiteX15" fmla="*/ 0 w 2509837"/>
              <a:gd name="connsiteY15" fmla="*/ 249408 h 5326062"/>
              <a:gd name="connsiteX16" fmla="*/ 250164 w 2509837"/>
              <a:gd name="connsiteY16" fmla="*/ 0 h 5326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9837" h="5326062">
                <a:moveTo>
                  <a:pt x="250164" y="0"/>
                </a:moveTo>
                <a:cubicBezTo>
                  <a:pt x="250164" y="0"/>
                  <a:pt x="250164" y="0"/>
                  <a:pt x="524933" y="0"/>
                </a:cubicBezTo>
                <a:cubicBezTo>
                  <a:pt x="541338" y="0"/>
                  <a:pt x="557742" y="16091"/>
                  <a:pt x="557742" y="36205"/>
                </a:cubicBezTo>
                <a:cubicBezTo>
                  <a:pt x="557742" y="36205"/>
                  <a:pt x="557742" y="36205"/>
                  <a:pt x="557742" y="64363"/>
                </a:cubicBezTo>
                <a:cubicBezTo>
                  <a:pt x="557742" y="104591"/>
                  <a:pt x="590550" y="197113"/>
                  <a:pt x="701278" y="197113"/>
                </a:cubicBezTo>
                <a:cubicBezTo>
                  <a:pt x="758693" y="197113"/>
                  <a:pt x="1718336" y="197113"/>
                  <a:pt x="1816761" y="197113"/>
                </a:cubicBezTo>
                <a:cubicBezTo>
                  <a:pt x="1915186" y="197113"/>
                  <a:pt x="1956197" y="108613"/>
                  <a:pt x="1956197" y="60341"/>
                </a:cubicBezTo>
                <a:cubicBezTo>
                  <a:pt x="1956197" y="60341"/>
                  <a:pt x="1956197" y="60341"/>
                  <a:pt x="1956197" y="36205"/>
                </a:cubicBezTo>
                <a:cubicBezTo>
                  <a:pt x="1956197" y="16091"/>
                  <a:pt x="1972601" y="0"/>
                  <a:pt x="1989005" y="0"/>
                </a:cubicBezTo>
                <a:cubicBezTo>
                  <a:pt x="1989005" y="0"/>
                  <a:pt x="1989005" y="0"/>
                  <a:pt x="2259673" y="0"/>
                </a:cubicBezTo>
                <a:cubicBezTo>
                  <a:pt x="2395008" y="0"/>
                  <a:pt x="2509837" y="112636"/>
                  <a:pt x="2509837" y="249408"/>
                </a:cubicBezTo>
                <a:cubicBezTo>
                  <a:pt x="2509837" y="249408"/>
                  <a:pt x="2509837" y="249408"/>
                  <a:pt x="2509837" y="5080677"/>
                </a:cubicBezTo>
                <a:cubicBezTo>
                  <a:pt x="2509837" y="5217449"/>
                  <a:pt x="2395008" y="5326062"/>
                  <a:pt x="2259673" y="5326062"/>
                </a:cubicBezTo>
                <a:cubicBezTo>
                  <a:pt x="2259673" y="5326062"/>
                  <a:pt x="2259673" y="5326062"/>
                  <a:pt x="250164" y="5326062"/>
                </a:cubicBezTo>
                <a:cubicBezTo>
                  <a:pt x="114829" y="5326062"/>
                  <a:pt x="0" y="5217449"/>
                  <a:pt x="0" y="5080677"/>
                </a:cubicBezTo>
                <a:cubicBezTo>
                  <a:pt x="0" y="5080677"/>
                  <a:pt x="0" y="5080677"/>
                  <a:pt x="0" y="249408"/>
                </a:cubicBezTo>
                <a:cubicBezTo>
                  <a:pt x="0" y="112636"/>
                  <a:pt x="114829" y="0"/>
                  <a:pt x="250164" y="0"/>
                </a:cubicBezTo>
                <a:close/>
              </a:path>
            </a:pathLst>
          </a:custGeom>
          <a:blipFill>
            <a:blip r:embed="rId2">
              <a:alphaModFix amt="0"/>
            </a:blip>
            <a:stretch>
              <a:fillRect/>
            </a:stretch>
          </a:blipFill>
          <a:ln>
            <a:noFill/>
          </a:ln>
        </p:spPr>
        <p:txBody>
          <a:bodyPr wrap="square" lIns="91332" tIns="575244" rIns="91332" bIns="45718" anchor="ctr">
            <a:noAutofit/>
          </a:bodyPr>
          <a:lstStyle>
            <a:lvl1pPr marL="0" indent="0" algn="ctr">
              <a:buNone/>
              <a:defRPr sz="800">
                <a:solidFill>
                  <a:schemeClr val="bg1"/>
                </a:solidFill>
              </a:defRPr>
            </a:lvl1pPr>
          </a:lstStyle>
          <a:p>
            <a:r>
              <a:rPr lang="en-US" dirty="0" err="1"/>
              <a:t>点击添加图片</a:t>
            </a:r>
            <a:endParaRPr lang="en-US" dirty="0"/>
          </a:p>
        </p:txBody>
      </p:sp>
      <p:sp>
        <p:nvSpPr>
          <p:cNvPr id="18"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79"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79"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19" name="文本占位符 5"/>
          <p:cNvSpPr>
            <a:spLocks noGrp="1"/>
          </p:cNvSpPr>
          <p:nvPr>
            <p:ph type="body" sz="quarter" idx="28" hasCustomPrompt="1"/>
          </p:nvPr>
        </p:nvSpPr>
        <p:spPr>
          <a:xfrm>
            <a:off x="398093" y="682697"/>
            <a:ext cx="7793672" cy="285047"/>
          </a:xfrm>
          <a:prstGeom prst="rect">
            <a:avLst/>
          </a:prstGeom>
        </p:spPr>
        <p:txBody>
          <a:bodyPr lIns="91332" tIns="45718" rIns="91332" bIns="45718">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20" name="Title 2"/>
          <p:cNvSpPr>
            <a:spLocks noGrp="1"/>
          </p:cNvSpPr>
          <p:nvPr>
            <p:ph type="title" hasCustomPrompt="1"/>
          </p:nvPr>
        </p:nvSpPr>
        <p:spPr>
          <a:xfrm>
            <a:off x="398095" y="210672"/>
            <a:ext cx="9693760" cy="469413"/>
          </a:xfrm>
          <a:prstGeom prst="rect">
            <a:avLst/>
          </a:prstGeom>
        </p:spPr>
        <p:txBody>
          <a:bodyPr lIns="91332" tIns="45718" rIns="91332" bIns="45718">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23" name="图片 2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2" name="文本框 1"/>
          <p:cNvSpPr txBox="1"/>
          <p:nvPr userDrawn="1"/>
        </p:nvSpPr>
        <p:spPr>
          <a:xfrm>
            <a:off x="5937883" y="2407606"/>
            <a:ext cx="184727" cy="384719"/>
          </a:xfrm>
          <a:prstGeom prst="rect">
            <a:avLst/>
          </a:prstGeom>
          <a:noFill/>
        </p:spPr>
        <p:txBody>
          <a:bodyPr wrap="none" lIns="91332" tIns="45718" rIns="91332" bIns="45718" rtlCol="0">
            <a:spAutoFit/>
          </a:bodyPr>
          <a:lstStyle/>
          <a:p>
            <a:endParaRPr kumimoji="1" lang="zh-CN" altLang="en-US" dirty="0">
              <a:solidFill>
                <a:srgbClr val="000000"/>
              </a:solidFill>
            </a:endParaRPr>
          </a:p>
        </p:txBody>
      </p:sp>
      <p:sp>
        <p:nvSpPr>
          <p:cNvPr id="13" name="文本占位符 10"/>
          <p:cNvSpPr>
            <a:spLocks noGrp="1"/>
          </p:cNvSpPr>
          <p:nvPr>
            <p:ph type="body" sz="quarter" idx="18" hasCustomPrompt="1"/>
          </p:nvPr>
        </p:nvSpPr>
        <p:spPr>
          <a:xfrm>
            <a:off x="416871" y="1785452"/>
            <a:ext cx="2521977" cy="434975"/>
          </a:xfrm>
          <a:prstGeom prst="rect">
            <a:avLst/>
          </a:prstGeom>
        </p:spPr>
        <p:txBody>
          <a:bodyPr lIns="91332" tIns="45718" rIns="91332" bIns="45718"/>
          <a:lstStyle>
            <a:lvl1pPr marL="0" indent="0">
              <a:buNone/>
              <a:defRPr sz="2400" b="0" i="0">
                <a:solidFill>
                  <a:srgbClr val="2A70EB"/>
                </a:solidFill>
                <a:latin typeface="微软雅黑" panose="020B0503020204020204" pitchFamily="34" charset="-122"/>
                <a:ea typeface="微软雅黑" panose="020B0503020204020204" pitchFamily="34" charset="-122"/>
              </a:defRPr>
            </a:lvl1pPr>
          </a:lstStyle>
          <a:p>
            <a:pPr lvl="0"/>
            <a:r>
              <a:rPr kumimoji="1" lang="zh-CN" altLang="en-US" dirty="0"/>
              <a:t>段落标题 </a:t>
            </a:r>
            <a:r>
              <a:rPr kumimoji="1" lang="en-US" altLang="zh-CN" dirty="0"/>
              <a:t>22</a:t>
            </a:r>
            <a:r>
              <a:rPr kumimoji="1" lang="zh-CN" altLang="en-US" dirty="0"/>
              <a:t>磅</a:t>
            </a:r>
          </a:p>
        </p:txBody>
      </p:sp>
      <p:sp>
        <p:nvSpPr>
          <p:cNvPr id="14" name="文本占位符 3"/>
          <p:cNvSpPr>
            <a:spLocks noGrp="1"/>
          </p:cNvSpPr>
          <p:nvPr>
            <p:ph type="body" sz="quarter" idx="24" hasCustomPrompt="1"/>
          </p:nvPr>
        </p:nvSpPr>
        <p:spPr>
          <a:xfrm>
            <a:off x="416856" y="2323985"/>
            <a:ext cx="3348621" cy="552823"/>
          </a:xfrm>
          <a:prstGeom prst="rect">
            <a:avLst/>
          </a:prstGeom>
        </p:spPr>
        <p:txBody>
          <a:bodyPr lIns="91332" tIns="45718" rIns="91332" bIns="45718" anchor="t"/>
          <a:lstStyle>
            <a:lvl1pPr marL="0" marR="0" indent="0" algn="ctr" defTabSz="913176"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lumMod val="85000"/>
                    <a:lumOff val="15000"/>
                  </a:schemeClr>
                </a:solidFill>
                <a:latin typeface="微软雅黑" panose="020B0503020204020204" pitchFamily="34" charset="-122"/>
                <a:ea typeface="微软雅黑" panose="020B0503020204020204" pitchFamily="34" charset="-122"/>
              </a:defRPr>
            </a:lvl1pPr>
            <a:lvl3pPr marL="634136" indent="0">
              <a:buNone/>
              <a:defRPr/>
            </a:lvl3pPr>
          </a:lstStyle>
          <a:p>
            <a:pPr marL="0" marR="0" lvl="0" indent="0" algn="l" defTabSz="913176"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p:txBody>
      </p:sp>
      <p:sp>
        <p:nvSpPr>
          <p:cNvPr id="11" name="Text Box 2"/>
          <p:cNvSpPr txBox="1"/>
          <p:nvPr userDrawn="1"/>
        </p:nvSpPr>
        <p:spPr>
          <a:xfrm>
            <a:off x="10174825" y="6416837"/>
            <a:ext cx="1213281" cy="173511"/>
          </a:xfrm>
          <a:prstGeom prst="rect">
            <a:avLst/>
          </a:prstGeom>
          <a:ln w="12700">
            <a:miter lim="400000"/>
          </a:ln>
        </p:spPr>
        <p:txBody>
          <a:bodyPr wrap="square" lIns="8890" tIns="8890" rIns="8890" bIns="8890" anchor="ctr">
            <a:noAutofit/>
          </a:bodyPr>
          <a:lstStyle>
            <a:defPPr>
              <a:defRPr lang="zh-CN"/>
            </a:defPPr>
            <a:lvl1pPr algn="r">
              <a:lnSpc>
                <a:spcPts val="1335"/>
              </a:lnSpc>
              <a:defRPr sz="935">
                <a:solidFill>
                  <a:schemeClr val="bg1">
                    <a:lumMod val="50000"/>
                  </a:schemeClr>
                </a:solidFill>
                <a:latin typeface="微软雅黑"/>
                <a:ea typeface="微软雅黑"/>
                <a:cs typeface="微软雅黑"/>
              </a:defRPr>
            </a:lvl1pPr>
          </a:lstStyle>
          <a:p>
            <a:pPr algn="l">
              <a:defRPr/>
            </a:pPr>
            <a:r>
              <a:rPr dirty="0">
                <a:solidFill>
                  <a:srgbClr val="FFFFFF">
                    <a:lumMod val="50000"/>
                  </a:srgbClr>
                </a:solidFill>
              </a:rPr>
              <a:t> </a:t>
            </a:r>
            <a:r>
              <a:rPr lang="zh-CN" altLang="en-US" sz="900" dirty="0">
                <a:solidFill>
                  <a:srgbClr val="FFFFFF">
                    <a:lumMod val="50000"/>
                  </a:srgbClr>
                </a:solidFill>
                <a:latin typeface="微软雅黑" panose="020B0503020204020204" pitchFamily="34" charset="-122"/>
                <a:ea typeface="微软雅黑" panose="020B0503020204020204" pitchFamily="34" charset="-122"/>
              </a:rPr>
              <a:t>① 绝密信息 严禁泄露</a:t>
            </a:r>
          </a:p>
        </p:txBody>
      </p:sp>
    </p:spTree>
    <p:extLst>
      <p:ext uri="{BB962C8B-B14F-4D97-AF65-F5344CB8AC3E}">
        <p14:creationId xmlns:p14="http://schemas.microsoft.com/office/powerpoint/2010/main" val="3619973901"/>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声明页">
    <p:bg>
      <p:bgPr>
        <a:solidFill>
          <a:srgbClr val="1771EB"/>
        </a:solidFill>
        <a:effectLst/>
      </p:bgPr>
    </p:bg>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
        <p:nvSpPr>
          <p:cNvPr id="6" name="标题 2"/>
          <p:cNvSpPr txBox="1"/>
          <p:nvPr userDrawn="1"/>
        </p:nvSpPr>
        <p:spPr>
          <a:xfrm>
            <a:off x="504102" y="223909"/>
            <a:ext cx="11196639" cy="700087"/>
          </a:xfrm>
          <a:prstGeom prst="rect">
            <a:avLst/>
          </a:prstGeom>
        </p:spPr>
        <p:txBody>
          <a:bodyPr vert="horz" lIns="91332" tIns="45718" rIns="91332" bIns="4571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2700" b="1" dirty="0">
                <a:solidFill>
                  <a:srgbClr val="FFC000"/>
                </a:solidFill>
                <a:latin typeface="微软雅黑" panose="020B0503020204020204" pitchFamily="34" charset="-122"/>
                <a:ea typeface="微软雅黑" panose="020B0503020204020204" pitchFamily="34" charset="-122"/>
              </a:rPr>
              <a:t>特别声明 </a:t>
            </a:r>
            <a:r>
              <a:rPr lang="en-US" altLang="zh-CN" sz="2700" b="1" dirty="0">
                <a:solidFill>
                  <a:srgbClr val="FFC000"/>
                </a:solidFill>
                <a:latin typeface="微软雅黑" panose="020B0503020204020204" pitchFamily="34" charset="-122"/>
                <a:ea typeface="微软雅黑" panose="020B0503020204020204" pitchFamily="34" charset="-122"/>
              </a:rPr>
              <a:t>Claim</a:t>
            </a:r>
            <a:r>
              <a:rPr lang="zh-CN" altLang="en-US" sz="2700" b="1" dirty="0">
                <a:solidFill>
                  <a:srgbClr val="FFC000"/>
                </a:solidFill>
                <a:latin typeface="微软雅黑" panose="020B0503020204020204" pitchFamily="34" charset="-122"/>
                <a:ea typeface="微软雅黑" panose="020B0503020204020204" pitchFamily="34" charset="-122"/>
              </a:rPr>
              <a:t> </a:t>
            </a:r>
            <a:r>
              <a:rPr lang="en-US" altLang="zh-CN" sz="2700" b="1" dirty="0">
                <a:solidFill>
                  <a:srgbClr val="FFC000"/>
                </a:solidFill>
                <a:latin typeface="微软雅黑" panose="020B0503020204020204" pitchFamily="34" charset="-122"/>
                <a:ea typeface="微软雅黑" panose="020B0503020204020204" pitchFamily="34" charset="-122"/>
              </a:rPr>
              <a:t>of</a:t>
            </a:r>
            <a:r>
              <a:rPr lang="zh-CN" altLang="en-US" sz="2700" b="1" dirty="0">
                <a:solidFill>
                  <a:srgbClr val="FFC000"/>
                </a:solidFill>
                <a:latin typeface="微软雅黑" panose="020B0503020204020204" pitchFamily="34" charset="-122"/>
                <a:ea typeface="微软雅黑" panose="020B0503020204020204" pitchFamily="34" charset="-122"/>
              </a:rPr>
              <a:t> </a:t>
            </a:r>
            <a:r>
              <a:rPr lang="en-US" altLang="zh-CN" sz="2700" b="1" dirty="0">
                <a:solidFill>
                  <a:srgbClr val="FFC000"/>
                </a:solidFill>
                <a:latin typeface="微软雅黑" panose="020B0503020204020204" pitchFamily="34" charset="-122"/>
                <a:ea typeface="微软雅黑" panose="020B0503020204020204" pitchFamily="34" charset="-122"/>
              </a:rPr>
              <a:t>Confidential</a:t>
            </a:r>
            <a:endParaRPr kumimoji="1" lang="zh-CN" altLang="en-US" sz="2700" b="1" dirty="0">
              <a:solidFill>
                <a:srgbClr val="000000"/>
              </a:solidFill>
              <a:latin typeface="微软雅黑" panose="020B0503020204020204" pitchFamily="34" charset="-122"/>
              <a:ea typeface="微软雅黑" panose="020B0503020204020204" pitchFamily="34" charset="-122"/>
            </a:endParaRPr>
          </a:p>
        </p:txBody>
      </p:sp>
      <p:sp>
        <p:nvSpPr>
          <p:cNvPr id="8" name="内容占位符 1"/>
          <p:cNvSpPr txBox="1"/>
          <p:nvPr userDrawn="1"/>
        </p:nvSpPr>
        <p:spPr>
          <a:xfrm>
            <a:off x="492919" y="923928"/>
            <a:ext cx="9038708" cy="1690847"/>
          </a:xfrm>
          <a:prstGeom prst="rect">
            <a:avLst/>
          </a:prstGeom>
        </p:spPr>
        <p:txBody>
          <a:bodyPr vert="horz" lIns="91332" tIns="45718" rIns="91332" bIns="45718"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390" indent="-285390">
              <a:lnSpc>
                <a:spcPct val="120000"/>
              </a:lnSpc>
              <a:buFont typeface="Wingdings" panose="05000000000000000000" pitchFamily="2" charset="2"/>
              <a:buChar char="ü"/>
            </a:pPr>
            <a:r>
              <a:rPr lang="zh-CN" altLang="en-US" sz="1900" dirty="0">
                <a:solidFill>
                  <a:srgbClr val="FFFFFF"/>
                </a:solidFill>
                <a:latin typeface="微软雅黑" panose="020B0503020204020204" pitchFamily="34" charset="-122"/>
                <a:ea typeface="微软雅黑" panose="020B0503020204020204" pitchFamily="34" charset="-122"/>
              </a:rPr>
              <a:t>本文件内容为 </a:t>
            </a:r>
            <a:r>
              <a:rPr lang="zh-CN" altLang="zh-CN" sz="1900" b="1" dirty="0">
                <a:solidFill>
                  <a:srgbClr val="FFC000"/>
                </a:solidFill>
                <a:latin typeface="微软雅黑" panose="020B0503020204020204" pitchFamily="34" charset="-122"/>
                <a:ea typeface="微软雅黑" panose="020B0503020204020204" pitchFamily="34" charset="-122"/>
              </a:rPr>
              <a:t>①</a:t>
            </a:r>
            <a:r>
              <a:rPr lang="zh-CN" altLang="en-US" sz="1900" b="1" dirty="0">
                <a:solidFill>
                  <a:srgbClr val="FFC000"/>
                </a:solidFill>
                <a:latin typeface="微软雅黑" panose="020B0503020204020204" pitchFamily="34" charset="-122"/>
                <a:ea typeface="微软雅黑" panose="020B0503020204020204" pitchFamily="34" charset="-122"/>
              </a:rPr>
              <a:t> </a:t>
            </a:r>
            <a:r>
              <a:rPr lang="zh-CN" altLang="zh-CN" sz="1900" b="1" dirty="0">
                <a:solidFill>
                  <a:srgbClr val="FFC000"/>
                </a:solidFill>
                <a:latin typeface="微软雅黑" panose="020B0503020204020204" pitchFamily="34" charset="-122"/>
                <a:ea typeface="微软雅黑" panose="020B0503020204020204" pitchFamily="34" charset="-122"/>
              </a:rPr>
              <a:t>绝密信息 严禁泄露</a:t>
            </a:r>
            <a:r>
              <a:rPr lang="zh-CN" altLang="en-US" sz="1900" b="1" dirty="0">
                <a:solidFill>
                  <a:srgbClr val="FFC000"/>
                </a:solidFill>
                <a:latin typeface="微软雅黑" panose="020B0503020204020204" pitchFamily="34" charset="-122"/>
                <a:ea typeface="微软雅黑" panose="020B0503020204020204" pitchFamily="34" charset="-122"/>
              </a:rPr>
              <a:t> </a:t>
            </a:r>
            <a:r>
              <a:rPr lang="zh-CN" altLang="en-US" sz="1900" dirty="0">
                <a:solidFill>
                  <a:srgbClr val="FFFFFF"/>
                </a:solidFill>
                <a:latin typeface="微软雅黑" panose="020B0503020204020204" pitchFamily="34" charset="-122"/>
                <a:ea typeface="微软雅黑" panose="020B0503020204020204" pitchFamily="34" charset="-122"/>
              </a:rPr>
              <a:t>：禁止未授权的内部、第三方人员使用与访问</a:t>
            </a:r>
            <a:endParaRPr lang="en-US" altLang="zh-CN" sz="1900" dirty="0">
              <a:solidFill>
                <a:srgbClr val="FFFFFF"/>
              </a:solidFill>
              <a:latin typeface="微软雅黑" panose="020B0503020204020204" pitchFamily="34" charset="-122"/>
              <a:ea typeface="微软雅黑" panose="020B0503020204020204" pitchFamily="34" charset="-122"/>
            </a:endParaRPr>
          </a:p>
          <a:p>
            <a:pPr marL="285390" indent="-285390">
              <a:lnSpc>
                <a:spcPct val="120000"/>
              </a:lnSpc>
              <a:buFont typeface="Wingdings" panose="05000000000000000000" pitchFamily="2" charset="2"/>
              <a:buChar char="ü"/>
            </a:pPr>
            <a:r>
              <a:rPr lang="zh-CN" altLang="en-US" sz="1900" dirty="0">
                <a:solidFill>
                  <a:srgbClr val="FFFFFF"/>
                </a:solidFill>
                <a:latin typeface="微软雅黑" panose="020B0503020204020204" pitchFamily="34" charset="-122"/>
                <a:ea typeface="微软雅黑" panose="020B0503020204020204" pitchFamily="34" charset="-122"/>
              </a:rPr>
              <a:t>非专项必要的业务与项目负责人，收到此内容请立即删除</a:t>
            </a:r>
            <a:endParaRPr lang="en-US" altLang="zh-CN" sz="1900" dirty="0">
              <a:solidFill>
                <a:srgbClr val="FFFFFF"/>
              </a:solidFill>
              <a:latin typeface="微软雅黑" panose="020B0503020204020204" pitchFamily="34" charset="-122"/>
              <a:ea typeface="微软雅黑" panose="020B0503020204020204" pitchFamily="34" charset="-122"/>
            </a:endParaRPr>
          </a:p>
          <a:p>
            <a:pPr marL="285390" indent="-285390">
              <a:lnSpc>
                <a:spcPct val="120000"/>
              </a:lnSpc>
              <a:buFont typeface="Wingdings" panose="05000000000000000000" pitchFamily="2" charset="2"/>
              <a:buChar char="ü"/>
            </a:pPr>
            <a:r>
              <a:rPr lang="zh-CN" altLang="en-US" sz="1900" dirty="0">
                <a:solidFill>
                  <a:srgbClr val="FFFFFF"/>
                </a:solidFill>
                <a:latin typeface="微软雅黑" panose="020B0503020204020204" pitchFamily="34" charset="-122"/>
                <a:ea typeface="微软雅黑" panose="020B0503020204020204" pitchFamily="34" charset="-122"/>
              </a:rPr>
              <a:t>严禁在未经过主管领导审批，发送给无关业务团队与人员</a:t>
            </a:r>
            <a:endParaRPr lang="en-US" altLang="zh-CN" sz="1900" dirty="0">
              <a:solidFill>
                <a:srgbClr val="FFFFFF"/>
              </a:solidFill>
              <a:latin typeface="微软雅黑" panose="020B0503020204020204" pitchFamily="34" charset="-122"/>
              <a:ea typeface="微软雅黑" panose="020B0503020204020204" pitchFamily="34" charset="-122"/>
            </a:endParaRPr>
          </a:p>
        </p:txBody>
      </p:sp>
      <p:sp>
        <p:nvSpPr>
          <p:cNvPr id="9" name="标题 2"/>
          <p:cNvSpPr txBox="1"/>
          <p:nvPr userDrawn="1"/>
        </p:nvSpPr>
        <p:spPr>
          <a:xfrm>
            <a:off x="504102" y="223909"/>
            <a:ext cx="11196639" cy="700087"/>
          </a:xfrm>
          <a:prstGeom prst="rect">
            <a:avLst/>
          </a:prstGeom>
        </p:spPr>
        <p:txBody>
          <a:bodyPr vert="horz" lIns="91332" tIns="45718" rIns="91332" bIns="45718"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700" dirty="0">
                <a:solidFill>
                  <a:srgbClr val="FFC000"/>
                </a:solidFill>
                <a:latin typeface="微软雅黑" panose="020B0503020204020204" pitchFamily="34" charset="-122"/>
                <a:ea typeface="微软雅黑" panose="020B0503020204020204" pitchFamily="34" charset="-122"/>
              </a:rPr>
              <a:t>特别声明 </a:t>
            </a:r>
            <a:r>
              <a:rPr lang="en-US" altLang="zh-CN" sz="2700" b="1" dirty="0">
                <a:solidFill>
                  <a:srgbClr val="FFC000"/>
                </a:solidFill>
                <a:latin typeface="微软雅黑" panose="020B0503020204020204" pitchFamily="34" charset="-122"/>
                <a:ea typeface="微软雅黑" panose="020B0503020204020204" pitchFamily="34" charset="-122"/>
              </a:rPr>
              <a:t>Claim</a:t>
            </a:r>
            <a:r>
              <a:rPr lang="zh-CN" altLang="en-US" sz="2700" b="1" dirty="0">
                <a:solidFill>
                  <a:srgbClr val="FFC000"/>
                </a:solidFill>
                <a:latin typeface="微软雅黑" panose="020B0503020204020204" pitchFamily="34" charset="-122"/>
                <a:ea typeface="微软雅黑" panose="020B0503020204020204" pitchFamily="34" charset="-122"/>
              </a:rPr>
              <a:t> </a:t>
            </a:r>
            <a:r>
              <a:rPr lang="en-US" altLang="zh-CN" sz="2700" b="1" dirty="0">
                <a:solidFill>
                  <a:srgbClr val="FFC000"/>
                </a:solidFill>
                <a:latin typeface="微软雅黑" panose="020B0503020204020204" pitchFamily="34" charset="-122"/>
                <a:ea typeface="微软雅黑" panose="020B0503020204020204" pitchFamily="34" charset="-122"/>
              </a:rPr>
              <a:t>of</a:t>
            </a:r>
            <a:r>
              <a:rPr lang="zh-CN" altLang="en-US" sz="2700" b="1" dirty="0">
                <a:solidFill>
                  <a:srgbClr val="FFC000"/>
                </a:solidFill>
                <a:latin typeface="微软雅黑" panose="020B0503020204020204" pitchFamily="34" charset="-122"/>
                <a:ea typeface="微软雅黑" panose="020B0503020204020204" pitchFamily="34" charset="-122"/>
              </a:rPr>
              <a:t> </a:t>
            </a:r>
            <a:r>
              <a:rPr lang="en-US" altLang="zh-CN" sz="2700" b="1" dirty="0">
                <a:solidFill>
                  <a:srgbClr val="FFC000"/>
                </a:solidFill>
                <a:latin typeface="微软雅黑" panose="020B0503020204020204" pitchFamily="34" charset="-122"/>
                <a:ea typeface="微软雅黑" panose="020B0503020204020204" pitchFamily="34" charset="-122"/>
              </a:rPr>
              <a:t>Confidential</a:t>
            </a:r>
            <a:endParaRPr kumimoji="1" lang="zh-CN" altLang="en-US" sz="2700" dirty="0">
              <a:solidFill>
                <a:srgbClr val="000000"/>
              </a:solidFill>
              <a:latin typeface="微软雅黑" panose="020B0503020204020204" pitchFamily="34" charset="-122"/>
              <a:ea typeface="微软雅黑" panose="020B0503020204020204" pitchFamily="34" charset="-122"/>
            </a:endParaRPr>
          </a:p>
        </p:txBody>
      </p:sp>
      <p:sp>
        <p:nvSpPr>
          <p:cNvPr id="10" name="内容占位符 1"/>
          <p:cNvSpPr txBox="1"/>
          <p:nvPr userDrawn="1"/>
        </p:nvSpPr>
        <p:spPr>
          <a:xfrm>
            <a:off x="590621" y="3332089"/>
            <a:ext cx="11006655" cy="3432199"/>
          </a:xfrm>
          <a:prstGeom prst="rect">
            <a:avLst/>
          </a:prstGeom>
          <a:noFill/>
        </p:spPr>
        <p:txBody>
          <a:bodyPr vert="horz" lIns="91332" tIns="45718" rIns="91332" bIns="45718"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spcBef>
                <a:spcPts val="0"/>
              </a:spcBef>
            </a:pPr>
            <a:r>
              <a:rPr lang="zh-CN" altLang="zh-CN" sz="1500" dirty="0">
                <a:solidFill>
                  <a:srgbClr val="FFFFFF">
                    <a:alpha val="50000"/>
                  </a:srgbClr>
                </a:solidFill>
                <a:latin typeface="微软雅黑" panose="020B0503020204020204" pitchFamily="34" charset="-122"/>
                <a:ea typeface="微软雅黑" panose="020B0503020204020204" pitchFamily="34" charset="-122"/>
              </a:rPr>
              <a:t>版权所有</a:t>
            </a:r>
            <a:r>
              <a:rPr lang="en-US" altLang="zh-CN" sz="1500" dirty="0">
                <a:solidFill>
                  <a:srgbClr val="FFFFFF">
                    <a:alpha val="50000"/>
                  </a:srgbClr>
                </a:solidFill>
                <a:latin typeface="微软雅黑" panose="020B0503020204020204" pitchFamily="34" charset="-122"/>
                <a:ea typeface="微软雅黑" panose="020B0503020204020204" pitchFamily="34" charset="-122"/>
              </a:rPr>
              <a:t>©1993-2022 </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金蝶国际软件集团有限公司。保留一切权利。</a:t>
            </a:r>
          </a:p>
          <a:p>
            <a:pPr algn="just">
              <a:lnSpc>
                <a:spcPct val="150000"/>
              </a:lnSpc>
              <a:spcBef>
                <a:spcPts val="0"/>
              </a:spcBef>
            </a:pPr>
            <a:r>
              <a:rPr lang="zh-CN" altLang="zh-CN" sz="1500" dirty="0">
                <a:solidFill>
                  <a:srgbClr val="FFFFFF">
                    <a:alpha val="50000"/>
                  </a:srgbClr>
                </a:solidFill>
                <a:latin typeface="微软雅黑" panose="020B0503020204020204" pitchFamily="34" charset="-122"/>
                <a:ea typeface="微软雅黑" panose="020B0503020204020204" pitchFamily="34" charset="-122"/>
              </a:rPr>
              <a:t>未经金蝶国际软件集团有限公司的书面许可，任何单位或个人不得以任何形式或为任何目的复制或传播本文档的任何内容。本文档中包含的信息如有更改，恕不另行通知。</a:t>
            </a:r>
            <a:r>
              <a:rPr lang="en-US" altLang="zh-CN" sz="1500" dirty="0">
                <a:solidFill>
                  <a:srgbClr val="FFFFFF">
                    <a:alpha val="50000"/>
                  </a:srgbClr>
                </a:solidFill>
                <a:latin typeface="微软雅黑" panose="020B0503020204020204" pitchFamily="34" charset="-122"/>
                <a:ea typeface="微软雅黑" panose="020B0503020204020204" pitchFamily="34" charset="-122"/>
              </a:rPr>
              <a:t> </a:t>
            </a:r>
            <a:endParaRPr lang="zh-CN" altLang="zh-CN" sz="1500" dirty="0">
              <a:solidFill>
                <a:srgbClr val="FFFFFF">
                  <a:alpha val="50000"/>
                </a:srgbClr>
              </a:solidFill>
              <a:latin typeface="微软雅黑" panose="020B0503020204020204" pitchFamily="34" charset="-122"/>
              <a:ea typeface="微软雅黑" panose="020B0503020204020204" pitchFamily="34" charset="-122"/>
            </a:endParaRPr>
          </a:p>
          <a:p>
            <a:pPr algn="just">
              <a:lnSpc>
                <a:spcPct val="150000"/>
              </a:lnSpc>
              <a:spcBef>
                <a:spcPts val="0"/>
              </a:spcBef>
            </a:pPr>
            <a:r>
              <a:rPr lang="zh-CN" altLang="zh-CN" sz="1500" dirty="0">
                <a:solidFill>
                  <a:srgbClr val="FFFFFF">
                    <a:alpha val="50000"/>
                  </a:srgbClr>
                </a:solidFill>
                <a:latin typeface="微软雅黑" panose="020B0503020204020204" pitchFamily="34" charset="-122"/>
                <a:ea typeface="微软雅黑" panose="020B0503020204020204" pitchFamily="34" charset="-122"/>
              </a:rPr>
              <a:t>本文档提到的金蝶</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、金蝶云</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、金蝶云</a:t>
            </a:r>
            <a:r>
              <a:rPr lang="en-US" altLang="zh-CN" sz="1500" dirty="0">
                <a:solidFill>
                  <a:srgbClr val="FFFFFF">
                    <a:alpha val="50000"/>
                  </a:srgbClr>
                </a:solidFill>
                <a:latin typeface="微软雅黑" panose="020B0503020204020204" pitchFamily="34" charset="-122"/>
                <a:ea typeface="微软雅黑" panose="020B0503020204020204" pitchFamily="34" charset="-122"/>
              </a:rPr>
              <a:t>EBC®</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、金蝶云苍穹</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、金蝶云星瀚</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、金蝶云星空</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、金蝶云星辰</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a:t>
            </a:r>
            <a:r>
              <a:rPr lang="en-US" altLang="zh-CN" sz="1500" dirty="0">
                <a:solidFill>
                  <a:srgbClr val="FFFFFF">
                    <a:alpha val="50000"/>
                  </a:srgbClr>
                </a:solidFill>
                <a:latin typeface="微软雅黑" panose="020B0503020204020204" pitchFamily="34" charset="-122"/>
                <a:ea typeface="微软雅黑" panose="020B0503020204020204" pitchFamily="34" charset="-122"/>
              </a:rPr>
              <a:t>KIS®</a:t>
            </a:r>
            <a:r>
              <a:rPr lang="zh-CN" altLang="zh-CN" sz="1500" dirty="0">
                <a:solidFill>
                  <a:srgbClr val="FFFFFF">
                    <a:alpha val="50000"/>
                  </a:srgbClr>
                </a:solidFill>
                <a:latin typeface="微软雅黑" panose="020B0503020204020204" pitchFamily="34" charset="-122"/>
                <a:ea typeface="微软雅黑" panose="020B0503020204020204" pitchFamily="34" charset="-122"/>
              </a:rPr>
              <a:t>、</a:t>
            </a:r>
            <a:r>
              <a:rPr lang="en-US" altLang="zh-CN" sz="1500" dirty="0">
                <a:solidFill>
                  <a:srgbClr val="FFFFFF">
                    <a:alpha val="50000"/>
                  </a:srgbClr>
                </a:solidFill>
                <a:latin typeface="微软雅黑" panose="020B0503020204020204" pitchFamily="34" charset="-122"/>
                <a:ea typeface="微软雅黑" panose="020B0503020204020204" pitchFamily="34" charset="-122"/>
              </a:rPr>
              <a:t>K/3®</a:t>
            </a:r>
            <a:r>
              <a:rPr lang="zh-CN" altLang="zh-CN" sz="1500" dirty="0">
                <a:solidFill>
                  <a:srgbClr val="FFFFFF">
                    <a:alpha val="50000"/>
                  </a:srgbClr>
                </a:solidFill>
                <a:latin typeface="微软雅黑" panose="020B0503020204020204" pitchFamily="34" charset="-122"/>
                <a:ea typeface="微软雅黑" panose="020B0503020204020204" pitchFamily="34" charset="-122"/>
              </a:rPr>
              <a:t>、金蝶</a:t>
            </a:r>
            <a:r>
              <a:rPr lang="en-US" altLang="zh-CN" sz="1500" dirty="0">
                <a:solidFill>
                  <a:srgbClr val="FFFFFF">
                    <a:alpha val="50000"/>
                  </a:srgbClr>
                </a:solidFill>
                <a:latin typeface="微软雅黑" panose="020B0503020204020204" pitchFamily="34" charset="-122"/>
                <a:ea typeface="微软雅黑" panose="020B0503020204020204" pitchFamily="34" charset="-122"/>
              </a:rPr>
              <a:t>EAS®</a:t>
            </a:r>
            <a:r>
              <a:rPr lang="zh-CN" altLang="zh-CN" sz="1500" dirty="0">
                <a:solidFill>
                  <a:srgbClr val="FFFFFF">
                    <a:alpha val="50000"/>
                  </a:srgbClr>
                </a:solidFill>
                <a:latin typeface="微软雅黑" panose="020B0503020204020204" pitchFamily="34" charset="-122"/>
                <a:ea typeface="微软雅黑" panose="020B0503020204020204" pitchFamily="34" charset="-122"/>
              </a:rPr>
              <a:t>、友商网</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a:t>
            </a:r>
            <a:r>
              <a:rPr lang="en-US" altLang="zh-CN" sz="1500" dirty="0" err="1">
                <a:solidFill>
                  <a:srgbClr val="FFFFFF">
                    <a:alpha val="50000"/>
                  </a:srgbClr>
                </a:solidFill>
                <a:latin typeface="微软雅黑" panose="020B0503020204020204" pitchFamily="34" charset="-122"/>
                <a:ea typeface="微软雅黑" panose="020B0503020204020204" pitchFamily="34" charset="-122"/>
              </a:rPr>
              <a:t>Apusic</a:t>
            </a:r>
            <a:r>
              <a:rPr lang="en-US" altLang="zh-CN" sz="1500" dirty="0">
                <a:solidFill>
                  <a:srgbClr val="FFFFFF">
                    <a:alpha val="50000"/>
                  </a:srgbClr>
                </a:solidFill>
                <a:latin typeface="微软雅黑" panose="020B0503020204020204" pitchFamily="34" charset="-122"/>
                <a:ea typeface="微软雅黑" panose="020B0503020204020204" pitchFamily="34" charset="-122"/>
              </a:rPr>
              <a:t>®</a:t>
            </a:r>
            <a:r>
              <a:rPr lang="zh-CN" altLang="zh-CN" sz="1500" dirty="0">
                <a:solidFill>
                  <a:srgbClr val="FFFFFF">
                    <a:alpha val="50000"/>
                  </a:srgbClr>
                </a:solidFill>
                <a:latin typeface="微软雅黑" panose="020B0503020204020204" pitchFamily="34" charset="-122"/>
                <a:ea typeface="微软雅黑" panose="020B0503020204020204" pitchFamily="34" charset="-122"/>
              </a:rPr>
              <a:t>和其它金蝶产品和服务以及它们各自的徽标均为金蝶软件（中国）有限公司或其关联公司在中国和其他国家或地区的商标或注册商标。本文档提到的所有其它产品和服务名称分别为它们各自公司的商标。</a:t>
            </a:r>
            <a:r>
              <a:rPr lang="en-US" altLang="zh-CN" sz="1500" dirty="0">
                <a:solidFill>
                  <a:srgbClr val="FFFFFF">
                    <a:alpha val="50000"/>
                  </a:srgbClr>
                </a:solidFill>
                <a:latin typeface="微软雅黑" panose="020B0503020204020204" pitchFamily="34" charset="-122"/>
                <a:ea typeface="微软雅黑" panose="020B0503020204020204" pitchFamily="34" charset="-122"/>
              </a:rPr>
              <a:t> </a:t>
            </a:r>
            <a:endParaRPr lang="zh-CN" altLang="zh-CN" sz="1500" dirty="0">
              <a:solidFill>
                <a:srgbClr val="FFFFFF">
                  <a:alpha val="50000"/>
                </a:srgbClr>
              </a:solidFill>
              <a:latin typeface="微软雅黑" panose="020B0503020204020204" pitchFamily="34" charset="-122"/>
              <a:ea typeface="微软雅黑" panose="020B0503020204020204" pitchFamily="34" charset="-122"/>
            </a:endParaRPr>
          </a:p>
          <a:p>
            <a:pPr algn="just">
              <a:lnSpc>
                <a:spcPct val="150000"/>
              </a:lnSpc>
              <a:spcBef>
                <a:spcPts val="0"/>
              </a:spcBef>
            </a:pPr>
            <a:r>
              <a:rPr lang="zh-CN" altLang="zh-CN" sz="1500" dirty="0">
                <a:solidFill>
                  <a:srgbClr val="FFFFFF">
                    <a:alpha val="50000"/>
                  </a:srgbClr>
                </a:solidFill>
                <a:latin typeface="微软雅黑" panose="020B0503020204020204" pitchFamily="34" charset="-122"/>
                <a:ea typeface="微软雅黑" panose="020B0503020204020204" pitchFamily="34" charset="-122"/>
              </a:rPr>
              <a:t>本文档所用数据均为虚构的模拟数据，不代表任何一家企业的真实情况，如有权利人认为文档中的任何内容存在侵权情况，请反馈给金蝶官方邮箱（</a:t>
            </a:r>
            <a:r>
              <a:rPr lang="en-US" altLang="zh-CN" sz="1500" dirty="0" err="1">
                <a:solidFill>
                  <a:srgbClr val="FFFFFF">
                    <a:alpha val="50000"/>
                  </a:srgbClr>
                </a:solidFill>
                <a:latin typeface="微软雅黑" panose="020B0503020204020204" pitchFamily="34" charset="-122"/>
                <a:ea typeface="微软雅黑" panose="020B0503020204020204" pitchFamily="34" charset="-122"/>
              </a:rPr>
              <a:t>DataSubjectRequest@kingdee.com</a:t>
            </a:r>
            <a:r>
              <a:rPr lang="zh-CN" altLang="zh-CN" sz="1500" dirty="0">
                <a:solidFill>
                  <a:srgbClr val="FFFFFF">
                    <a:alpha val="50000"/>
                  </a:srgbClr>
                </a:solidFill>
                <a:latin typeface="微软雅黑" panose="020B0503020204020204" pitchFamily="34" charset="-122"/>
                <a:ea typeface="微软雅黑" panose="020B0503020204020204" pitchFamily="34" charset="-122"/>
              </a:rPr>
              <a:t>），我们将在</a:t>
            </a:r>
            <a:r>
              <a:rPr lang="en-US" altLang="zh-CN" sz="1500" dirty="0">
                <a:solidFill>
                  <a:srgbClr val="FFFFFF">
                    <a:alpha val="50000"/>
                  </a:srgbClr>
                </a:solidFill>
                <a:latin typeface="微软雅黑" panose="020B0503020204020204" pitchFamily="34" charset="-122"/>
                <a:ea typeface="微软雅黑" panose="020B0503020204020204" pitchFamily="34" charset="-122"/>
              </a:rPr>
              <a:t>15</a:t>
            </a:r>
            <a:r>
              <a:rPr lang="zh-CN" altLang="zh-CN" sz="1500" dirty="0">
                <a:solidFill>
                  <a:srgbClr val="FFFFFF">
                    <a:alpha val="50000"/>
                  </a:srgbClr>
                </a:solidFill>
                <a:latin typeface="微软雅黑" panose="020B0503020204020204" pitchFamily="34" charset="-122"/>
                <a:ea typeface="微软雅黑" panose="020B0503020204020204" pitchFamily="34" charset="-122"/>
              </a:rPr>
              <a:t>个工作日内处理。</a:t>
            </a:r>
            <a:endParaRPr lang="en-US" altLang="zh-CN" sz="1500" dirty="0">
              <a:solidFill>
                <a:srgbClr val="FFFFFF">
                  <a:alpha val="50000"/>
                </a:srgbClr>
              </a:solidFill>
              <a:latin typeface="微软雅黑" panose="020B0503020204020204" pitchFamily="34" charset="-122"/>
              <a:ea typeface="微软雅黑" panose="020B0503020204020204" pitchFamily="34" charset="-122"/>
            </a:endParaRPr>
          </a:p>
          <a:p>
            <a:pPr algn="just">
              <a:lnSpc>
                <a:spcPct val="150000"/>
              </a:lnSpc>
              <a:spcBef>
                <a:spcPts val="0"/>
              </a:spcBef>
              <a:defRPr/>
            </a:pPr>
            <a:r>
              <a:rPr lang="zh-CN" altLang="en-US" sz="1500" dirty="0">
                <a:solidFill>
                  <a:srgbClr val="FFFFFF">
                    <a:alpha val="50000"/>
                  </a:srgbClr>
                </a:solidFill>
                <a:latin typeface="微软雅黑" panose="020B0503020204020204" pitchFamily="34" charset="-122"/>
                <a:ea typeface="微软雅黑" panose="020B0503020204020204" pitchFamily="34" charset="-122"/>
              </a:rPr>
              <a:t>注：</a:t>
            </a:r>
            <a:r>
              <a:rPr lang="zh-CN" altLang="zh-CN" sz="1500" dirty="0">
                <a:solidFill>
                  <a:srgbClr val="FFFFFF">
                    <a:alpha val="50000"/>
                  </a:srgbClr>
                </a:solidFill>
                <a:latin typeface="微软雅黑" panose="020B0503020204020204" pitchFamily="34" charset="-122"/>
                <a:ea typeface="微软雅黑" panose="020B0503020204020204" pitchFamily="34" charset="-122"/>
              </a:rPr>
              <a:t>①绝密信息 严禁泄露②机密信息 严禁泄露</a:t>
            </a:r>
            <a:r>
              <a:rPr lang="zh-CN" altLang="en-US" sz="1500" dirty="0">
                <a:solidFill>
                  <a:srgbClr val="FFFFFF">
                    <a:alpha val="50000"/>
                  </a:srgbClr>
                </a:solidFill>
                <a:latin typeface="微软雅黑" panose="020B0503020204020204" pitchFamily="34" charset="-122"/>
                <a:ea typeface="微软雅黑" panose="020B0503020204020204" pitchFamily="34" charset="-122"/>
              </a:rPr>
              <a:t> </a:t>
            </a:r>
            <a:r>
              <a:rPr lang="zh-CN" altLang="zh-CN" sz="1500" dirty="0">
                <a:solidFill>
                  <a:srgbClr val="FFFFFF">
                    <a:alpha val="50000"/>
                  </a:srgbClr>
                </a:solidFill>
                <a:latin typeface="微软雅黑" panose="020B0503020204020204" pitchFamily="34" charset="-122"/>
                <a:ea typeface="微软雅黑" panose="020B0503020204020204" pitchFamily="34" charset="-122"/>
              </a:rPr>
              <a:t>③秘密信息 严禁泄露④内部公开 请勿外传 </a:t>
            </a:r>
          </a:p>
          <a:p>
            <a:pPr algn="just">
              <a:lnSpc>
                <a:spcPct val="150000"/>
              </a:lnSpc>
              <a:spcBef>
                <a:spcPts val="0"/>
              </a:spcBef>
            </a:pPr>
            <a:endParaRPr lang="zh-CN" altLang="zh-CN" sz="1500" dirty="0">
              <a:solidFill>
                <a:srgbClr val="FFFFFF">
                  <a:alpha val="50000"/>
                </a:srgbClr>
              </a:solidFill>
              <a:latin typeface="微软雅黑" panose="020B0503020204020204" pitchFamily="34" charset="-122"/>
              <a:ea typeface="微软雅黑" panose="020B0503020204020204" pitchFamily="34" charset="-122"/>
            </a:endParaRPr>
          </a:p>
          <a:p>
            <a:pPr algn="just">
              <a:lnSpc>
                <a:spcPct val="150000"/>
              </a:lnSpc>
              <a:spcBef>
                <a:spcPts val="0"/>
              </a:spcBef>
            </a:pPr>
            <a:endParaRPr kumimoji="1" lang="zh-CN" altLang="en-US" sz="1500" dirty="0">
              <a:solidFill>
                <a:srgbClr val="FFFFFF">
                  <a:alpha val="50000"/>
                </a:srgb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659326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2"/>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9" y="2021395"/>
            <a:ext cx="6012403" cy="3202537"/>
          </a:xfrm>
          <a:prstGeom prst="rect">
            <a:avLst/>
          </a:prstGeom>
        </p:spPr>
      </p:pic>
      <p:sp>
        <p:nvSpPr>
          <p:cNvPr id="4" name="Rectangle 37"/>
          <p:cNvSpPr/>
          <p:nvPr userDrawn="1"/>
        </p:nvSpPr>
        <p:spPr bwMode="auto">
          <a:xfrm>
            <a:off x="1001734" y="6364969"/>
            <a:ext cx="2711023" cy="171459"/>
          </a:xfrm>
          <a:prstGeom prst="rect">
            <a:avLst/>
          </a:prstGeom>
          <a:noFill/>
          <a:ln>
            <a:noFill/>
          </a:ln>
        </p:spPr>
        <p:txBody>
          <a:bodyPr lIns="0" tIns="0" rIns="0" bIns="0" anchor="ctr"/>
          <a:lstStyle/>
          <a:p>
            <a:pPr defTabSz="228312">
              <a:defRPr/>
            </a:pPr>
            <a:r>
              <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lang="en-US" altLang="zh-CN"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charset="0"/>
              </a:rPr>
              <a:t>©1993-2022</a:t>
            </a:r>
            <a:r>
              <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charset="0"/>
              </a:rPr>
              <a:t> </a:t>
            </a:r>
            <a:r>
              <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endPar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900" dirty="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Microsoft YaHei Bold" charset="0"/>
            </a:endParaRPr>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305" y="85427"/>
            <a:ext cx="2319275" cy="1304423"/>
          </a:xfrm>
          <a:prstGeom prst="rect">
            <a:avLst/>
          </a:prstGeom>
        </p:spPr>
      </p:pic>
      <p:sp>
        <p:nvSpPr>
          <p:cNvPr id="6" name="Text Box 2"/>
          <p:cNvSpPr txBox="1"/>
          <p:nvPr userDrawn="1"/>
        </p:nvSpPr>
        <p:spPr>
          <a:xfrm>
            <a:off x="4786041" y="6281608"/>
            <a:ext cx="1252235" cy="188941"/>
          </a:xfrm>
          <a:prstGeom prst="rect">
            <a:avLst/>
          </a:prstGeom>
          <a:ln w="12700">
            <a:miter lim="400000"/>
          </a:ln>
        </p:spPr>
        <p:txBody>
          <a:bodyPr wrap="square" lIns="8890" tIns="8890" rIns="8890" bIns="8890" anchor="ctr">
            <a:spAutoFit/>
          </a:bodyPr>
          <a:lstStyle/>
          <a:p>
            <a:pPr algn="r">
              <a:lnSpc>
                <a:spcPts val="1335"/>
              </a:lnSpc>
              <a:defRPr sz="70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sz="900" dirty="0">
              <a:solidFill>
                <a:srgbClr val="000000">
                  <a:lumMod val="85000"/>
                  <a:lumOff val="15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9" name="Text Box 2"/>
          <p:cNvSpPr txBox="1"/>
          <p:nvPr userDrawn="1"/>
        </p:nvSpPr>
        <p:spPr>
          <a:xfrm>
            <a:off x="3323926" y="6284840"/>
            <a:ext cx="1462116" cy="184666"/>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dirty="0">
                <a:solidFill>
                  <a:srgbClr val="FFFFFF">
                    <a:lumMod val="50000"/>
                  </a:srgbClr>
                </a:solidFill>
              </a:rPr>
              <a:t> </a:t>
            </a:r>
            <a:r>
              <a:rPr lang="zh-CN" altLang="en-US" sz="900" dirty="0">
                <a:solidFill>
                  <a:srgbClr val="FFFFFF">
                    <a:alpha val="50000"/>
                  </a:srgbClr>
                </a:solidFill>
              </a:rPr>
              <a:t>④ 内部公开 请勿外传</a:t>
            </a:r>
            <a:endParaRPr sz="900" dirty="0">
              <a:solidFill>
                <a:srgbClr val="FFFFFF">
                  <a:alpha val="50000"/>
                </a:srgbClr>
              </a:solidFill>
            </a:endParaRPr>
          </a:p>
        </p:txBody>
      </p:sp>
    </p:spTree>
    <p:extLst>
      <p:ext uri="{BB962C8B-B14F-4D97-AF65-F5344CB8AC3E}">
        <p14:creationId xmlns:p14="http://schemas.microsoft.com/office/powerpoint/2010/main" val="31810966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7_白色内页">
    <p:spTree>
      <p:nvGrpSpPr>
        <p:cNvPr id="1" name=""/>
        <p:cNvGrpSpPr/>
        <p:nvPr/>
      </p:nvGrpSpPr>
      <p:grpSpPr>
        <a:xfrm>
          <a:off x="0" y="0"/>
          <a:ext cx="0" cy="0"/>
          <a:chOff x="0" y="0"/>
          <a:chExt cx="0" cy="0"/>
        </a:xfrm>
      </p:grpSpPr>
      <p:sp>
        <p:nvSpPr>
          <p:cNvPr id="5" name="Text Box 2"/>
          <p:cNvSpPr txBox="1"/>
          <p:nvPr userDrawn="1"/>
        </p:nvSpPr>
        <p:spPr>
          <a:xfrm>
            <a:off x="9909247" y="6411261"/>
            <a:ext cx="1462116" cy="184666"/>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defTabSz="913131">
              <a:defRPr/>
            </a:pPr>
            <a:r>
              <a:rPr sz="900" dirty="0">
                <a:solidFill>
                  <a:srgbClr val="FFFFFF">
                    <a:lumMod val="50000"/>
                  </a:srgbClr>
                </a:solidFill>
              </a:rPr>
              <a:t> </a:t>
            </a:r>
            <a:r>
              <a:rPr lang="zh-CN" altLang="en-US" sz="900" dirty="0">
                <a:solidFill>
                  <a:srgbClr val="FFFFFF">
                    <a:lumMod val="50000"/>
                  </a:srgbClr>
                </a:solidFill>
              </a:rPr>
              <a:t>④ 内部公开 请勿外传</a:t>
            </a:r>
            <a:endParaRPr sz="900" dirty="0">
              <a:solidFill>
                <a:srgbClr val="FFFFFF">
                  <a:lumMod val="50000"/>
                </a:srgbClr>
              </a:solidFill>
            </a:endParaRPr>
          </a:p>
        </p:txBody>
      </p:sp>
      <p:sp>
        <p:nvSpPr>
          <p:cNvPr id="6" name="Text Box 5"/>
          <p:cNvSpPr txBox="1">
            <a:spLocks noChangeArrowheads="1"/>
          </p:cNvSpPr>
          <p:nvPr userDrawn="1"/>
        </p:nvSpPr>
        <p:spPr bwMode="auto">
          <a:xfrm>
            <a:off x="11585877" y="6434656"/>
            <a:ext cx="209883"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defTabSz="308163" fontAlgn="base">
              <a:spcBef>
                <a:spcPct val="50000"/>
              </a:spcBef>
              <a:spcAft>
                <a:spcPct val="0"/>
              </a:spcAft>
              <a:defRPr/>
            </a:pPr>
            <a:fld id="{046AD7C7-DE3F-5E43-A3A8-CA80750AE375}" type="slidenum">
              <a:rPr kumimoji="0" lang="en-US" altLang="zh-CN" sz="1100" kern="0" smtClean="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rPr>
              <a:pPr defTabSz="308163" fontAlgn="base">
                <a:spcBef>
                  <a:spcPct val="50000"/>
                </a:spcBef>
                <a:spcAft>
                  <a:spcPct val="0"/>
                </a:spcAft>
                <a:defRPr/>
              </a:pPr>
              <a:t>‹#›</a:t>
            </a:fld>
            <a:endParaRPr kumimoji="0" lang="en-US" altLang="zh-CN" sz="1100" kern="0" dirty="0">
              <a:solidFill>
                <a:srgbClr val="2A71EC"/>
              </a:solidFill>
              <a:latin typeface="微软雅黑" panose="020B0503020204020204" pitchFamily="34" charset="-122"/>
              <a:ea typeface="微软雅黑" panose="020B0503020204020204" pitchFamily="34" charset="-122"/>
              <a:cs typeface="微软雅黑" panose="020B0503020204020204" pitchFamily="34" charset="-122"/>
              <a:sym typeface="Helvetica Neue" panose="02000503000000020004"/>
            </a:endParaRPr>
          </a:p>
        </p:txBody>
      </p:sp>
      <p:sp>
        <p:nvSpPr>
          <p:cNvPr id="8" name="文本占位符 5"/>
          <p:cNvSpPr>
            <a:spLocks noGrp="1"/>
          </p:cNvSpPr>
          <p:nvPr>
            <p:ph type="body" sz="quarter" idx="28" hasCustomPrompt="1"/>
          </p:nvPr>
        </p:nvSpPr>
        <p:spPr>
          <a:xfrm>
            <a:off x="398095" y="682699"/>
            <a:ext cx="7793672" cy="285047"/>
          </a:xfrm>
          <a:prstGeom prst="rect">
            <a:avLst/>
          </a:prstGeom>
        </p:spPr>
        <p:txBody>
          <a:bodyPr lIns="121770" tIns="60885" rIns="121770" bIns="60885">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9" name="Title 2"/>
          <p:cNvSpPr>
            <a:spLocks noGrp="1"/>
          </p:cNvSpPr>
          <p:nvPr>
            <p:ph type="title" hasCustomPrompt="1"/>
          </p:nvPr>
        </p:nvSpPr>
        <p:spPr>
          <a:xfrm>
            <a:off x="398095" y="210672"/>
            <a:ext cx="9693760" cy="469413"/>
          </a:xfrm>
          <a:prstGeom prst="rect">
            <a:avLst/>
          </a:prstGeom>
        </p:spPr>
        <p:txBody>
          <a:bodyPr lIns="121770" tIns="60885" rIns="121770" bIns="60885">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88" y="267724"/>
            <a:ext cx="896585" cy="416027"/>
          </a:xfrm>
          <a:prstGeom prst="rect">
            <a:avLst/>
          </a:prstGeom>
        </p:spPr>
      </p:pic>
    </p:spTree>
    <p:extLst>
      <p:ext uri="{BB962C8B-B14F-4D97-AF65-F5344CB8AC3E}">
        <p14:creationId xmlns:p14="http://schemas.microsoft.com/office/powerpoint/2010/main" val="252799093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6"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pPr defTabSz="308610" fontAlgn="base">
                <a:spcBef>
                  <a:spcPct val="50000"/>
                </a:spcBef>
                <a:spcAft>
                  <a:spcPct val="0"/>
                </a:spcAft>
                <a:defRPr/>
              </a:pPr>
              <a:t>‹#›</a:t>
            </a:fld>
            <a:endParaRPr kumimoji="0" lang="en-US" altLang="zh-CN" sz="100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a:extLst>
              <a:ext uri="{FF2B5EF4-FFF2-40B4-BE49-F238E27FC236}">
                <a16:creationId xmlns:a16="http://schemas.microsoft.com/office/drawing/2014/main" id="{3E01A188-6C28-5444-8D4D-6EA834A94C44}"/>
              </a:ext>
            </a:extLst>
          </p:cNvPr>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9" name="Title 2">
            <a:extLst>
              <a:ext uri="{FF2B5EF4-FFF2-40B4-BE49-F238E27FC236}">
                <a16:creationId xmlns:a16="http://schemas.microsoft.com/office/drawing/2014/main" id="{86D29CA3-60B7-594B-A2F8-C9AF28F2AC41}"/>
              </a:ext>
            </a:extLst>
          </p:cNvPr>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 name="Text Box 2">
            <a:extLst>
              <a:ext uri="{FF2B5EF4-FFF2-40B4-BE49-F238E27FC236}">
                <a16:creationId xmlns:a16="http://schemas.microsoft.com/office/drawing/2014/main" id="{41F1576A-8F42-0DF0-8DEE-C5935F760989}"/>
              </a:ext>
            </a:extLst>
          </p:cNvPr>
          <p:cNvSpPr txBox="1"/>
          <p:nvPr userDrawn="1"/>
        </p:nvSpPr>
        <p:spPr>
          <a:xfrm>
            <a:off x="9909247" y="6411261"/>
            <a:ext cx="1462116" cy="184666"/>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defTabSz="913131">
              <a:defRPr/>
            </a:pPr>
            <a:r>
              <a:rPr sz="900" dirty="0">
                <a:solidFill>
                  <a:srgbClr val="FFFFFF">
                    <a:lumMod val="50000"/>
                  </a:srgbClr>
                </a:solidFill>
              </a:rPr>
              <a:t> </a:t>
            </a:r>
            <a:r>
              <a:rPr lang="zh-CN" altLang="en-US" sz="900" dirty="0">
                <a:solidFill>
                  <a:srgbClr val="FFFFFF">
                    <a:lumMod val="50000"/>
                  </a:srgbClr>
                </a:solidFill>
              </a:rPr>
              <a:t>④ 内部公开 请勿外传</a:t>
            </a:r>
            <a:endParaRPr sz="900" dirty="0">
              <a:solidFill>
                <a:srgbClr val="FFFFFF">
                  <a:lumMod val="50000"/>
                </a:srgbClr>
              </a:solidFill>
            </a:endParaRPr>
          </a:p>
        </p:txBody>
      </p:sp>
    </p:spTree>
    <p:extLst>
      <p:ext uri="{BB962C8B-B14F-4D97-AF65-F5344CB8AC3E}">
        <p14:creationId xmlns:p14="http://schemas.microsoft.com/office/powerpoint/2010/main" val="29905030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grpSp>
        <p:nvGrpSpPr>
          <p:cNvPr id="11" name="Group 10"/>
          <p:cNvGrpSpPr/>
          <p:nvPr userDrawn="1"/>
        </p:nvGrpSpPr>
        <p:grpSpPr>
          <a:xfrm>
            <a:off x="-268113" y="278020"/>
            <a:ext cx="182439" cy="5851109"/>
            <a:chOff x="-279703" y="208515"/>
            <a:chExt cx="243417" cy="4388332"/>
          </a:xfrm>
        </p:grpSpPr>
        <p:cxnSp>
          <p:nvCxnSpPr>
            <p:cNvPr id="19" name="Straight Connector 18"/>
            <p:cNvCxnSpPr/>
            <p:nvPr userDrawn="1"/>
          </p:nvCxnSpPr>
          <p:spPr>
            <a:xfrm flipH="1">
              <a:off x="-279703" y="1414714"/>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nvGrpSpPr>
            <p:cNvPr id="13" name="Group 12"/>
            <p:cNvGrpSpPr/>
            <p:nvPr userDrawn="1"/>
          </p:nvGrpSpPr>
          <p:grpSpPr>
            <a:xfrm>
              <a:off x="-279703" y="4254803"/>
              <a:ext cx="243417" cy="342044"/>
              <a:chOff x="-243418" y="1063625"/>
              <a:chExt cx="243417" cy="342044"/>
            </a:xfrm>
          </p:grpSpPr>
          <p:cxnSp>
            <p:nvCxnSpPr>
              <p:cNvPr id="17" name="Straight Connector 16"/>
              <p:cNvCxnSpPr/>
              <p:nvPr userDrawn="1"/>
            </p:nvCxnSpPr>
            <p:spPr>
              <a:xfrm flipH="1">
                <a:off x="-243418" y="1405669"/>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flipH="1">
                <a:off x="-243418" y="1063625"/>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grpSp>
          <p:nvGrpSpPr>
            <p:cNvPr id="14" name="Group 13"/>
            <p:cNvGrpSpPr/>
            <p:nvPr userDrawn="1"/>
          </p:nvGrpSpPr>
          <p:grpSpPr>
            <a:xfrm>
              <a:off x="-279703" y="208515"/>
              <a:ext cx="243417" cy="864155"/>
              <a:chOff x="-243418" y="1063625"/>
              <a:chExt cx="243417" cy="864155"/>
            </a:xfrm>
          </p:grpSpPr>
          <p:cxnSp>
            <p:nvCxnSpPr>
              <p:cNvPr id="15" name="Straight Connector 14"/>
              <p:cNvCxnSpPr/>
              <p:nvPr userDrawn="1"/>
            </p:nvCxnSpPr>
            <p:spPr>
              <a:xfrm flipH="1">
                <a:off x="-243418" y="1927780"/>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flipH="1">
                <a:off x="-243418" y="1063625"/>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grpSp>
      <p:sp>
        <p:nvSpPr>
          <p:cNvPr id="24" name="Content Placeholder 5"/>
          <p:cNvSpPr>
            <a:spLocks noGrp="1"/>
          </p:cNvSpPr>
          <p:nvPr>
            <p:ph sz="quarter" idx="12"/>
          </p:nvPr>
        </p:nvSpPr>
        <p:spPr>
          <a:xfrm>
            <a:off x="591825" y="1439342"/>
            <a:ext cx="11206475" cy="4890199"/>
          </a:xfrm>
          <a:prstGeom prst="rect">
            <a:avLst/>
          </a:prstGeom>
        </p:spPr>
        <p:txBody>
          <a:bodyPr/>
          <a:lstStyle>
            <a:lvl1pPr>
              <a:spcBef>
                <a:spcPts val="1333"/>
              </a:spcBef>
              <a:defRPr sz="1600" baseline="0">
                <a:solidFill>
                  <a:srgbClr val="646464"/>
                </a:solidFill>
                <a:latin typeface="Microsoft YaHei" charset="-122"/>
                <a:ea typeface="Microsoft YaHei" charset="-122"/>
                <a:cs typeface="Microsoft YaHei" charset="-122"/>
              </a:defRPr>
            </a:lvl1pPr>
            <a:lvl2pPr marL="230712" indent="-158747">
              <a:defRPr sz="1600">
                <a:solidFill>
                  <a:srgbClr val="646464"/>
                </a:solidFill>
                <a:latin typeface="Microsoft YaHei" charset="-122"/>
                <a:ea typeface="Microsoft YaHei" charset="-122"/>
                <a:cs typeface="Microsoft YaHei" charset="-122"/>
              </a:defRPr>
            </a:lvl2pPr>
            <a:lvl3pPr marL="491054" indent="-205312">
              <a:defRPr sz="1600">
                <a:solidFill>
                  <a:srgbClr val="646464"/>
                </a:solidFill>
                <a:latin typeface="Microsoft YaHei" charset="-122"/>
                <a:ea typeface="Microsoft YaHei" charset="-122"/>
                <a:cs typeface="Microsoft YaHei" charset="-122"/>
              </a:defRPr>
            </a:lvl3pPr>
            <a:lvl4pPr marL="711182" indent="-165096">
              <a:tabLst/>
              <a:defRPr sz="1600">
                <a:solidFill>
                  <a:srgbClr val="646464"/>
                </a:solidFill>
                <a:latin typeface="Microsoft YaHei" charset="-122"/>
                <a:ea typeface="Microsoft YaHei" charset="-122"/>
                <a:cs typeface="Microsoft YaHei" charset="-122"/>
              </a:defRPr>
            </a:lvl4pPr>
            <a:lvl5pPr marL="973642" indent="-213779">
              <a:defRPr sz="1600">
                <a:solidFill>
                  <a:srgbClr val="646464"/>
                </a:solidFill>
                <a:latin typeface="Microsoft YaHei" charset="-122"/>
                <a:ea typeface="Microsoft YaHei" charset="-122"/>
                <a:cs typeface="Microsoft YaHei"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20" name="Title 1"/>
          <p:cNvSpPr>
            <a:spLocks noGrp="1"/>
          </p:cNvSpPr>
          <p:nvPr>
            <p:ph type="title"/>
          </p:nvPr>
        </p:nvSpPr>
        <p:spPr>
          <a:xfrm>
            <a:off x="591826" y="296787"/>
            <a:ext cx="11204359" cy="700704"/>
          </a:xfrm>
          <a:prstGeom prst="rect">
            <a:avLst/>
          </a:prstGeom>
        </p:spPr>
        <p:txBody>
          <a:bodyPr/>
          <a:lstStyle>
            <a:lvl1pPr>
              <a:defRPr baseline="0">
                <a:solidFill>
                  <a:srgbClr val="1771EA"/>
                </a:solidFill>
                <a:latin typeface="Microsoft YaHei" charset="-122"/>
                <a:ea typeface="Microsoft YaHei" charset="-122"/>
                <a:cs typeface="Microsoft YaHei" charset="-122"/>
              </a:defRPr>
            </a:lvl1pPr>
          </a:lstStyle>
          <a:p>
            <a:r>
              <a:rPr lang="zh-CN" altLang="en-US"/>
              <a:t>单击此处编辑母版标题样式</a:t>
            </a:r>
            <a:endParaRPr lang="en-US" dirty="0"/>
          </a:p>
        </p:txBody>
      </p:sp>
      <p:pic>
        <p:nvPicPr>
          <p:cNvPr id="21" name="图片 20"/>
          <p:cNvPicPr>
            <a:picLocks noChangeAspect="1"/>
          </p:cNvPicPr>
          <p:nvPr userDrawn="1"/>
        </p:nvPicPr>
        <p:blipFill rotWithShape="1">
          <a:blip r:embed="rId2" cstate="print">
            <a:extLst>
              <a:ext uri="{28A0092B-C50C-407E-A947-70E740481C1C}">
                <a14:useLocalDpi xmlns:a14="http://schemas.microsoft.com/office/drawing/2010/main" val="0"/>
              </a:ext>
            </a:extLst>
          </a:blip>
          <a:srcRect r="38287"/>
          <a:stretch/>
        </p:blipFill>
        <p:spPr>
          <a:xfrm>
            <a:off x="10415182" y="257035"/>
            <a:ext cx="1381001" cy="465455"/>
          </a:xfrm>
          <a:prstGeom prst="rect">
            <a:avLst/>
          </a:prstGeom>
        </p:spPr>
      </p:pic>
    </p:spTree>
    <p:extLst>
      <p:ext uri="{BB962C8B-B14F-4D97-AF65-F5344CB8AC3E}">
        <p14:creationId xmlns:p14="http://schemas.microsoft.com/office/powerpoint/2010/main" val="26248842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4_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4" y="267724"/>
            <a:ext cx="896585" cy="416027"/>
          </a:xfrm>
          <a:prstGeom prst="rect">
            <a:avLst/>
          </a:prstGeom>
        </p:spPr>
      </p:pic>
      <p:sp>
        <p:nvSpPr>
          <p:cNvPr id="6" name="Text Box 5"/>
          <p:cNvSpPr txBox="1">
            <a:spLocks noChangeArrowheads="1"/>
          </p:cNvSpPr>
          <p:nvPr userDrawn="1"/>
        </p:nvSpPr>
        <p:spPr bwMode="auto">
          <a:xfrm>
            <a:off x="11585877" y="6442349"/>
            <a:ext cx="209883"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03" fontAlgn="base">
              <a:spcBef>
                <a:spcPct val="50000"/>
              </a:spcBef>
              <a:spcAft>
                <a:spcPct val="0"/>
              </a:spcAft>
              <a:defRPr/>
            </a:pPr>
            <a:fld id="{046AD7C7-DE3F-5E43-A3A8-CA80750AE375}" type="slidenum">
              <a:rPr kumimoji="0" lang="en-US" altLang="zh-CN" sz="100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pPr defTabSz="308603" fontAlgn="base">
                <a:spcBef>
                  <a:spcPct val="50000"/>
                </a:spcBef>
                <a:spcAft>
                  <a:spcPct val="0"/>
                </a:spcAft>
                <a:defRPr/>
              </a:pPr>
              <a:t>‹#›</a:t>
            </a:fld>
            <a:endParaRPr kumimoji="0" lang="en-US" altLang="zh-CN" sz="100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Content Placeholder 5"/>
          <p:cNvSpPr>
            <a:spLocks noGrp="1"/>
          </p:cNvSpPr>
          <p:nvPr>
            <p:ph sz="quarter" idx="12" hasCustomPrompt="1"/>
          </p:nvPr>
        </p:nvSpPr>
        <p:spPr>
          <a:xfrm>
            <a:off x="397213" y="1374182"/>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34" indent="-159381">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42" indent="-20573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182" indent="-165096">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30" indent="-213989">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a:extLst>
              <a:ext uri="{FF2B5EF4-FFF2-40B4-BE49-F238E27FC236}">
                <a16:creationId xmlns:a16="http://schemas.microsoft.com/office/drawing/2014/main" id="{3E01A188-6C28-5444-8D4D-6EA834A94C44}"/>
              </a:ext>
            </a:extLst>
          </p:cNvPr>
          <p:cNvSpPr>
            <a:spLocks noGrp="1"/>
          </p:cNvSpPr>
          <p:nvPr>
            <p:ph type="body" sz="quarter" idx="28" hasCustomPrompt="1"/>
          </p:nvPr>
        </p:nvSpPr>
        <p:spPr>
          <a:xfrm>
            <a:off x="398095" y="682626"/>
            <a:ext cx="7793672" cy="285047"/>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9" name="Title 2">
            <a:extLst>
              <a:ext uri="{FF2B5EF4-FFF2-40B4-BE49-F238E27FC236}">
                <a16:creationId xmlns:a16="http://schemas.microsoft.com/office/drawing/2014/main" id="{86D29CA3-60B7-594B-A2F8-C9AF28F2AC41}"/>
              </a:ext>
            </a:extLst>
          </p:cNvPr>
          <p:cNvSpPr>
            <a:spLocks noGrp="1"/>
          </p:cNvSpPr>
          <p:nvPr>
            <p:ph type="title" hasCustomPrompt="1"/>
          </p:nvPr>
        </p:nvSpPr>
        <p:spPr>
          <a:xfrm>
            <a:off x="398095"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2" name="Text Box 2">
            <a:extLst>
              <a:ext uri="{FF2B5EF4-FFF2-40B4-BE49-F238E27FC236}">
                <a16:creationId xmlns:a16="http://schemas.microsoft.com/office/drawing/2014/main" id="{E8F50496-467E-4728-25C8-180552FCF8E2}"/>
              </a:ext>
            </a:extLst>
          </p:cNvPr>
          <p:cNvSpPr txBox="1"/>
          <p:nvPr userDrawn="1"/>
        </p:nvSpPr>
        <p:spPr>
          <a:xfrm>
            <a:off x="9909247" y="6411261"/>
            <a:ext cx="1462116" cy="184666"/>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defTabSz="913131">
              <a:defRPr/>
            </a:pPr>
            <a:r>
              <a:rPr sz="900" dirty="0">
                <a:solidFill>
                  <a:srgbClr val="FFFFFF">
                    <a:lumMod val="50000"/>
                  </a:srgbClr>
                </a:solidFill>
              </a:rPr>
              <a:t> </a:t>
            </a:r>
            <a:r>
              <a:rPr lang="zh-CN" altLang="en-US" sz="900" dirty="0">
                <a:solidFill>
                  <a:srgbClr val="FFFFFF">
                    <a:lumMod val="50000"/>
                  </a:srgbClr>
                </a:solidFill>
              </a:rPr>
              <a:t>④ 内部公开 请勿外传</a:t>
            </a:r>
            <a:endParaRPr sz="900" dirty="0">
              <a:solidFill>
                <a:srgbClr val="FFFFFF">
                  <a:lumMod val="50000"/>
                </a:srgbClr>
              </a:solidFill>
            </a:endParaRPr>
          </a:p>
        </p:txBody>
      </p:sp>
    </p:spTree>
    <p:extLst>
      <p:ext uri="{BB962C8B-B14F-4D97-AF65-F5344CB8AC3E}">
        <p14:creationId xmlns:p14="http://schemas.microsoft.com/office/powerpoint/2010/main" val="29645430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7_Comparison">
    <p:bg>
      <p:bgPr>
        <a:solidFill>
          <a:srgbClr val="1771EA"/>
        </a:solidFill>
        <a:effectLst/>
      </p:bgPr>
    </p:bg>
    <p:spTree>
      <p:nvGrpSpPr>
        <p:cNvPr id="1" name=""/>
        <p:cNvGrpSpPr/>
        <p:nvPr/>
      </p:nvGrpSpPr>
      <p:grpSpPr>
        <a:xfrm>
          <a:off x="0" y="0"/>
          <a:ext cx="0" cy="0"/>
          <a:chOff x="0" y="0"/>
          <a:chExt cx="0" cy="0"/>
        </a:xfrm>
      </p:grpSpPr>
      <p:grpSp>
        <p:nvGrpSpPr>
          <p:cNvPr id="531" name="Group 41"/>
          <p:cNvGrpSpPr/>
          <p:nvPr userDrawn="1"/>
        </p:nvGrpSpPr>
        <p:grpSpPr>
          <a:xfrm>
            <a:off x="-1441784" y="-70960"/>
            <a:ext cx="861723" cy="861723"/>
            <a:chOff x="-1" y="-1"/>
            <a:chExt cx="646290" cy="646290"/>
          </a:xfrm>
        </p:grpSpPr>
        <p:sp>
          <p:nvSpPr>
            <p:cNvPr id="529" name="Rectangle 42"/>
            <p:cNvSpPr/>
            <p:nvPr/>
          </p:nvSpPr>
          <p:spPr>
            <a:xfrm>
              <a:off x="-1" y="-1"/>
              <a:ext cx="646290" cy="646290"/>
            </a:xfrm>
            <a:prstGeom prst="rect">
              <a:avLst/>
            </a:prstGeom>
            <a:solidFill>
              <a:srgbClr val="24215F"/>
            </a:solidFill>
            <a:ln w="12700" cap="flat">
              <a:noFill/>
              <a:miter lim="400000"/>
            </a:ln>
            <a:effectLst/>
          </p:spPr>
          <p:txBody>
            <a:bodyPr wrap="square" lIns="45719" tIns="45719" rIns="45719" bIns="45719" numCol="1" anchor="ctr">
              <a:noAutofit/>
            </a:bodyPr>
            <a:lstStyle/>
            <a:p>
              <a:pPr algn="ctr" defTabSz="609585" hangingPunct="0">
                <a:defRPr sz="800">
                  <a:solidFill>
                    <a:srgbClr val="FFFFFF"/>
                  </a:solidFill>
                </a:defRPr>
              </a:pPr>
              <a:endParaRPr sz="1067" kern="0">
                <a:solidFill>
                  <a:srgbClr val="FFFFFF"/>
                </a:solidFill>
                <a:sym typeface="Calibri" panose="020F0502020204030204"/>
              </a:endParaRPr>
            </a:p>
          </p:txBody>
        </p:sp>
        <p:sp>
          <p:nvSpPr>
            <p:cNvPr id="530" name="TextBox 43"/>
            <p:cNvSpPr txBox="1"/>
            <p:nvPr/>
          </p:nvSpPr>
          <p:spPr>
            <a:xfrm>
              <a:off x="0" y="0"/>
              <a:ext cx="270024" cy="438723"/>
            </a:xfrm>
            <a:prstGeom prst="rect">
              <a:avLst/>
            </a:prstGeom>
            <a:solidFill>
              <a:srgbClr val="24215F"/>
            </a:solidFill>
            <a:ln w="12700" cap="flat">
              <a:noFill/>
              <a:miter lim="400000"/>
            </a:ln>
            <a:effectLst/>
          </p:spPr>
          <p:txBody>
            <a:bodyPr wrap="none" lIns="45719" tIns="45719" rIns="45719" bIns="45719" numCol="1" anchor="t">
              <a:spAutoFit/>
            </a:bodyPr>
            <a:lstStyle/>
            <a:p>
              <a:pPr defTabSz="609585" hangingPunct="0">
                <a:defRPr sz="800">
                  <a:solidFill>
                    <a:srgbClr val="FFFFFF"/>
                  </a:solidFill>
                </a:defRPr>
              </a:pPr>
              <a:r>
                <a:rPr sz="1067" kern="0">
                  <a:solidFill>
                    <a:srgbClr val="FFFFFF"/>
                  </a:solidFill>
                  <a:sym typeface="Calibri" panose="020F0502020204030204"/>
                </a:rPr>
                <a:t>R:36</a:t>
              </a:r>
            </a:p>
            <a:p>
              <a:pPr defTabSz="609585" hangingPunct="0">
                <a:defRPr sz="800">
                  <a:solidFill>
                    <a:srgbClr val="FFFFFF"/>
                  </a:solidFill>
                </a:defRPr>
              </a:pPr>
              <a:r>
                <a:rPr sz="1067" kern="0">
                  <a:solidFill>
                    <a:srgbClr val="FFFFFF"/>
                  </a:solidFill>
                  <a:sym typeface="Calibri" panose="020F0502020204030204"/>
                </a:rPr>
                <a:t>G:33</a:t>
              </a:r>
            </a:p>
            <a:p>
              <a:pPr defTabSz="609585" hangingPunct="0">
                <a:defRPr sz="800">
                  <a:solidFill>
                    <a:srgbClr val="FFFFFF"/>
                  </a:solidFill>
                </a:defRPr>
              </a:pPr>
              <a:r>
                <a:rPr sz="1067" kern="0">
                  <a:solidFill>
                    <a:srgbClr val="FFFFFF"/>
                  </a:solidFill>
                  <a:sym typeface="Calibri" panose="020F0502020204030204"/>
                </a:rPr>
                <a:t>B:95</a:t>
              </a:r>
            </a:p>
          </p:txBody>
        </p:sp>
      </p:grpSp>
      <p:grpSp>
        <p:nvGrpSpPr>
          <p:cNvPr id="534" name="Group 44"/>
          <p:cNvGrpSpPr/>
          <p:nvPr userDrawn="1"/>
        </p:nvGrpSpPr>
        <p:grpSpPr>
          <a:xfrm>
            <a:off x="-1441784" y="878956"/>
            <a:ext cx="861723" cy="861723"/>
            <a:chOff x="-1" y="-1"/>
            <a:chExt cx="646290" cy="646290"/>
          </a:xfrm>
        </p:grpSpPr>
        <p:sp>
          <p:nvSpPr>
            <p:cNvPr id="532" name="Rectangle 45"/>
            <p:cNvSpPr/>
            <p:nvPr/>
          </p:nvSpPr>
          <p:spPr>
            <a:xfrm>
              <a:off x="-1" y="-1"/>
              <a:ext cx="646290" cy="646290"/>
            </a:xfrm>
            <a:prstGeom prst="rect">
              <a:avLst/>
            </a:prstGeom>
            <a:solidFill>
              <a:srgbClr val="1771EA"/>
            </a:solidFill>
            <a:ln w="12700" cap="flat">
              <a:noFill/>
              <a:miter lim="400000"/>
            </a:ln>
            <a:effectLst/>
          </p:spPr>
          <p:txBody>
            <a:bodyPr wrap="square" lIns="45719" tIns="45719" rIns="45719" bIns="45719" numCol="1" anchor="ctr">
              <a:noAutofit/>
            </a:bodyPr>
            <a:lstStyle/>
            <a:p>
              <a:pPr algn="ctr" defTabSz="609585" hangingPunct="0">
                <a:defRPr sz="800">
                  <a:solidFill>
                    <a:srgbClr val="FFFFFF"/>
                  </a:solidFill>
                </a:defRPr>
              </a:pPr>
              <a:endParaRPr sz="1067" kern="0">
                <a:solidFill>
                  <a:srgbClr val="FFFFFF"/>
                </a:solidFill>
                <a:sym typeface="Calibri" panose="020F0502020204030204"/>
              </a:endParaRPr>
            </a:p>
          </p:txBody>
        </p:sp>
        <p:sp>
          <p:nvSpPr>
            <p:cNvPr id="533" name="TextBox 46"/>
            <p:cNvSpPr txBox="1"/>
            <p:nvPr/>
          </p:nvSpPr>
          <p:spPr>
            <a:xfrm>
              <a:off x="0" y="0"/>
              <a:ext cx="324125" cy="438723"/>
            </a:xfrm>
            <a:prstGeom prst="rect">
              <a:avLst/>
            </a:prstGeom>
            <a:noFill/>
            <a:ln w="12700" cap="flat">
              <a:noFill/>
              <a:miter lim="400000"/>
            </a:ln>
            <a:effectLst/>
          </p:spPr>
          <p:txBody>
            <a:bodyPr wrap="none" lIns="45719" tIns="45719" rIns="45719" bIns="45719" numCol="1" anchor="t">
              <a:spAutoFit/>
            </a:bodyPr>
            <a:lstStyle/>
            <a:p>
              <a:pPr defTabSz="609585" hangingPunct="0">
                <a:defRPr sz="800">
                  <a:solidFill>
                    <a:srgbClr val="FFFFFF"/>
                  </a:solidFill>
                </a:defRPr>
              </a:pPr>
              <a:r>
                <a:rPr sz="1067" kern="0">
                  <a:solidFill>
                    <a:srgbClr val="FFFFFF"/>
                  </a:solidFill>
                  <a:sym typeface="Calibri" panose="020F0502020204030204"/>
                </a:rPr>
                <a:t>R:23</a:t>
              </a:r>
            </a:p>
            <a:p>
              <a:pPr defTabSz="609585" hangingPunct="0">
                <a:defRPr sz="800">
                  <a:solidFill>
                    <a:srgbClr val="FFFFFF"/>
                  </a:solidFill>
                </a:defRPr>
              </a:pPr>
              <a:r>
                <a:rPr sz="1067" kern="0">
                  <a:solidFill>
                    <a:srgbClr val="FFFFFF"/>
                  </a:solidFill>
                  <a:sym typeface="Calibri" panose="020F0502020204030204"/>
                </a:rPr>
                <a:t>G:136</a:t>
              </a:r>
            </a:p>
            <a:p>
              <a:pPr defTabSz="609585" hangingPunct="0">
                <a:defRPr sz="800">
                  <a:solidFill>
                    <a:srgbClr val="FFFFFF"/>
                  </a:solidFill>
                </a:defRPr>
              </a:pPr>
              <a:r>
                <a:rPr sz="1067" kern="0">
                  <a:solidFill>
                    <a:srgbClr val="FFFFFF"/>
                  </a:solidFill>
                  <a:sym typeface="Calibri" panose="020F0502020204030204"/>
                </a:rPr>
                <a:t>B:238</a:t>
              </a:r>
            </a:p>
          </p:txBody>
        </p:sp>
      </p:grpSp>
      <p:grpSp>
        <p:nvGrpSpPr>
          <p:cNvPr id="537" name="Group 47"/>
          <p:cNvGrpSpPr/>
          <p:nvPr userDrawn="1"/>
        </p:nvGrpSpPr>
        <p:grpSpPr>
          <a:xfrm>
            <a:off x="-1441784" y="1828873"/>
            <a:ext cx="861723" cy="861723"/>
            <a:chOff x="-1" y="-1"/>
            <a:chExt cx="646290" cy="646290"/>
          </a:xfrm>
        </p:grpSpPr>
        <p:sp>
          <p:nvSpPr>
            <p:cNvPr id="535" name="Rectangle 48"/>
            <p:cNvSpPr/>
            <p:nvPr/>
          </p:nvSpPr>
          <p:spPr>
            <a:xfrm>
              <a:off x="-1" y="-1"/>
              <a:ext cx="646290" cy="646290"/>
            </a:xfrm>
            <a:prstGeom prst="rect">
              <a:avLst/>
            </a:prstGeom>
            <a:solidFill>
              <a:srgbClr val="25C1FB"/>
            </a:solidFill>
            <a:ln w="12700" cap="flat">
              <a:noFill/>
              <a:miter lim="400000"/>
            </a:ln>
            <a:effectLst/>
          </p:spPr>
          <p:txBody>
            <a:bodyPr wrap="square" lIns="45719" tIns="45719" rIns="45719" bIns="45719" numCol="1" anchor="ctr">
              <a:noAutofit/>
            </a:bodyPr>
            <a:lstStyle/>
            <a:p>
              <a:pPr algn="ctr" defTabSz="609585" hangingPunct="0">
                <a:defRPr sz="800">
                  <a:solidFill>
                    <a:srgbClr val="FFFFFF"/>
                  </a:solidFill>
                </a:defRPr>
              </a:pPr>
              <a:endParaRPr sz="1067" kern="0">
                <a:solidFill>
                  <a:srgbClr val="FFFFFF"/>
                </a:solidFill>
                <a:sym typeface="Calibri" panose="020F0502020204030204"/>
              </a:endParaRPr>
            </a:p>
          </p:txBody>
        </p:sp>
        <p:sp>
          <p:nvSpPr>
            <p:cNvPr id="536" name="TextBox 49"/>
            <p:cNvSpPr txBox="1"/>
            <p:nvPr/>
          </p:nvSpPr>
          <p:spPr>
            <a:xfrm>
              <a:off x="0" y="0"/>
              <a:ext cx="324125" cy="438723"/>
            </a:xfrm>
            <a:prstGeom prst="rect">
              <a:avLst/>
            </a:prstGeom>
            <a:noFill/>
            <a:ln w="12700" cap="flat">
              <a:noFill/>
              <a:miter lim="400000"/>
            </a:ln>
            <a:effectLst/>
          </p:spPr>
          <p:txBody>
            <a:bodyPr wrap="none" lIns="45719" tIns="45719" rIns="45719" bIns="45719" numCol="1" anchor="t">
              <a:spAutoFit/>
            </a:bodyPr>
            <a:lstStyle/>
            <a:p>
              <a:pPr defTabSz="609585" hangingPunct="0">
                <a:defRPr sz="800"/>
              </a:pPr>
              <a:r>
                <a:rPr sz="1067" kern="0">
                  <a:solidFill>
                    <a:srgbClr val="000000"/>
                  </a:solidFill>
                  <a:sym typeface="Calibri" panose="020F0502020204030204"/>
                </a:rPr>
                <a:t>R:35</a:t>
              </a:r>
            </a:p>
            <a:p>
              <a:pPr defTabSz="609585" hangingPunct="0">
                <a:defRPr sz="800"/>
              </a:pPr>
              <a:r>
                <a:rPr sz="1067" kern="0">
                  <a:solidFill>
                    <a:srgbClr val="000000"/>
                  </a:solidFill>
                  <a:sym typeface="Calibri" panose="020F0502020204030204"/>
                </a:rPr>
                <a:t>G:204</a:t>
              </a:r>
            </a:p>
            <a:p>
              <a:pPr defTabSz="609585" hangingPunct="0">
                <a:defRPr sz="800"/>
              </a:pPr>
              <a:r>
                <a:rPr sz="1067" kern="0">
                  <a:solidFill>
                    <a:srgbClr val="000000"/>
                  </a:solidFill>
                  <a:sym typeface="Calibri" panose="020F0502020204030204"/>
                </a:rPr>
                <a:t>B:252</a:t>
              </a:r>
            </a:p>
          </p:txBody>
        </p:sp>
      </p:grpSp>
      <p:grpSp>
        <p:nvGrpSpPr>
          <p:cNvPr id="540" name="Group 50"/>
          <p:cNvGrpSpPr/>
          <p:nvPr userDrawn="1"/>
        </p:nvGrpSpPr>
        <p:grpSpPr>
          <a:xfrm>
            <a:off x="-1441784" y="2778789"/>
            <a:ext cx="861723" cy="861723"/>
            <a:chOff x="-1" y="-1"/>
            <a:chExt cx="646290" cy="646290"/>
          </a:xfrm>
        </p:grpSpPr>
        <p:sp>
          <p:nvSpPr>
            <p:cNvPr id="538" name="Rectangle 51"/>
            <p:cNvSpPr/>
            <p:nvPr/>
          </p:nvSpPr>
          <p:spPr>
            <a:xfrm>
              <a:off x="-1" y="-1"/>
              <a:ext cx="646290" cy="646290"/>
            </a:xfrm>
            <a:prstGeom prst="rect">
              <a:avLst/>
            </a:prstGeom>
            <a:solidFill>
              <a:srgbClr val="24BEBC"/>
            </a:solidFill>
            <a:ln w="12700" cap="flat">
              <a:noFill/>
              <a:miter lim="400000"/>
            </a:ln>
            <a:effectLst/>
          </p:spPr>
          <p:txBody>
            <a:bodyPr wrap="square" lIns="45719" tIns="45719" rIns="45719" bIns="45719" numCol="1" anchor="ctr">
              <a:noAutofit/>
            </a:bodyPr>
            <a:lstStyle/>
            <a:p>
              <a:pPr algn="ctr" defTabSz="609585" hangingPunct="0">
                <a:defRPr sz="800">
                  <a:solidFill>
                    <a:srgbClr val="FFFFFF"/>
                  </a:solidFill>
                </a:defRPr>
              </a:pPr>
              <a:endParaRPr sz="1067" kern="0">
                <a:solidFill>
                  <a:srgbClr val="FFFFFF"/>
                </a:solidFill>
                <a:sym typeface="Calibri" panose="020F0502020204030204"/>
              </a:endParaRPr>
            </a:p>
          </p:txBody>
        </p:sp>
        <p:sp>
          <p:nvSpPr>
            <p:cNvPr id="539" name="TextBox 52"/>
            <p:cNvSpPr txBox="1"/>
            <p:nvPr/>
          </p:nvSpPr>
          <p:spPr>
            <a:xfrm>
              <a:off x="0" y="0"/>
              <a:ext cx="324125" cy="438723"/>
            </a:xfrm>
            <a:prstGeom prst="rect">
              <a:avLst/>
            </a:prstGeom>
            <a:noFill/>
            <a:ln w="12700" cap="flat">
              <a:noFill/>
              <a:miter lim="400000"/>
            </a:ln>
            <a:effectLst/>
          </p:spPr>
          <p:txBody>
            <a:bodyPr wrap="none" lIns="45719" tIns="45719" rIns="45719" bIns="45719" numCol="1" anchor="t">
              <a:spAutoFit/>
            </a:bodyPr>
            <a:lstStyle/>
            <a:p>
              <a:pPr defTabSz="609585" hangingPunct="0">
                <a:defRPr sz="800">
                  <a:solidFill>
                    <a:srgbClr val="FFFFFF"/>
                  </a:solidFill>
                </a:defRPr>
              </a:pPr>
              <a:r>
                <a:rPr sz="1067" kern="0">
                  <a:solidFill>
                    <a:srgbClr val="FFFFFF"/>
                  </a:solidFill>
                  <a:sym typeface="Calibri" panose="020F0502020204030204"/>
                </a:rPr>
                <a:t>R:33</a:t>
              </a:r>
            </a:p>
            <a:p>
              <a:pPr defTabSz="609585" hangingPunct="0">
                <a:defRPr sz="800">
                  <a:solidFill>
                    <a:srgbClr val="FFFFFF"/>
                  </a:solidFill>
                </a:defRPr>
              </a:pPr>
              <a:r>
                <a:rPr sz="1067" kern="0">
                  <a:solidFill>
                    <a:srgbClr val="FFFFFF"/>
                  </a:solidFill>
                  <a:sym typeface="Calibri" panose="020F0502020204030204"/>
                </a:rPr>
                <a:t>G:200</a:t>
              </a:r>
            </a:p>
            <a:p>
              <a:pPr defTabSz="609585" hangingPunct="0">
                <a:defRPr sz="800">
                  <a:solidFill>
                    <a:srgbClr val="FFFFFF"/>
                  </a:solidFill>
                </a:defRPr>
              </a:pPr>
              <a:r>
                <a:rPr sz="1067" kern="0">
                  <a:solidFill>
                    <a:srgbClr val="FFFFFF"/>
                  </a:solidFill>
                  <a:sym typeface="Calibri" panose="020F0502020204030204"/>
                </a:rPr>
                <a:t>B:200</a:t>
              </a:r>
            </a:p>
          </p:txBody>
        </p:sp>
      </p:grpSp>
      <p:sp>
        <p:nvSpPr>
          <p:cNvPr id="541" name="TextBox 58"/>
          <p:cNvSpPr txBox="1"/>
          <p:nvPr userDrawn="1"/>
        </p:nvSpPr>
        <p:spPr>
          <a:xfrm>
            <a:off x="-1460596" y="4946796"/>
            <a:ext cx="861719" cy="553996"/>
          </a:xfrm>
          <a:prstGeom prst="rect">
            <a:avLst/>
          </a:prstGeom>
          <a:ln w="12700">
            <a:miter lim="400000"/>
          </a:ln>
        </p:spPr>
        <p:txBody>
          <a:bodyPr lIns="60957" tIns="60959" rIns="60957" bIns="60959">
            <a:spAutoFit/>
          </a:bodyPr>
          <a:lstStyle/>
          <a:p>
            <a:pPr defTabSz="609585" hangingPunct="0">
              <a:defRPr sz="700">
                <a:solidFill>
                  <a:srgbClr val="FFFFFF"/>
                </a:solidFill>
              </a:defRPr>
            </a:pPr>
            <a:r>
              <a:rPr sz="933" kern="0">
                <a:solidFill>
                  <a:srgbClr val="FFFFFF"/>
                </a:solidFill>
                <a:sym typeface="Calibri" panose="020F0502020204030204"/>
              </a:rPr>
              <a:t>中文字体：</a:t>
            </a:r>
            <a:endParaRPr sz="933" kern="0">
              <a:solidFill>
                <a:srgbClr val="1EA19F"/>
              </a:solidFill>
              <a:sym typeface="Calibri" panose="020F0502020204030204"/>
            </a:endParaRPr>
          </a:p>
          <a:p>
            <a:pPr defTabSz="609585" hangingPunct="0">
              <a:defRPr sz="1400">
                <a:solidFill>
                  <a:srgbClr val="FFFFFF"/>
                </a:solidFill>
                <a:latin typeface="Heiti SC Medium"/>
                <a:ea typeface="Heiti SC Medium"/>
                <a:cs typeface="Heiti SC Medium"/>
                <a:sym typeface="Heiti SC Medium"/>
              </a:defRPr>
            </a:pPr>
            <a:r>
              <a:rPr sz="1867" kern="0">
                <a:solidFill>
                  <a:srgbClr val="FFFFFF"/>
                </a:solidFill>
                <a:latin typeface="Heiti SC Medium"/>
                <a:ea typeface="Heiti SC Medium"/>
                <a:cs typeface="Heiti SC Medium"/>
                <a:sym typeface="Heiti SC Medium"/>
              </a:rPr>
              <a:t>黑体</a:t>
            </a:r>
          </a:p>
        </p:txBody>
      </p:sp>
      <p:grpSp>
        <p:nvGrpSpPr>
          <p:cNvPr id="544" name="Group 59"/>
          <p:cNvGrpSpPr/>
          <p:nvPr userDrawn="1"/>
        </p:nvGrpSpPr>
        <p:grpSpPr>
          <a:xfrm>
            <a:off x="-1441784" y="3728700"/>
            <a:ext cx="861723" cy="861723"/>
            <a:chOff x="-1" y="-1"/>
            <a:chExt cx="646290" cy="646290"/>
          </a:xfrm>
        </p:grpSpPr>
        <p:sp>
          <p:nvSpPr>
            <p:cNvPr id="542" name="Rectangle 60"/>
            <p:cNvSpPr/>
            <p:nvPr/>
          </p:nvSpPr>
          <p:spPr>
            <a:xfrm>
              <a:off x="-1" y="-1"/>
              <a:ext cx="646290" cy="646290"/>
            </a:xfrm>
            <a:prstGeom prst="rect">
              <a:avLst/>
            </a:prstGeom>
            <a:solidFill>
              <a:srgbClr val="9F55FB"/>
            </a:solidFill>
            <a:ln w="12700" cap="flat">
              <a:noFill/>
              <a:miter lim="400000"/>
            </a:ln>
            <a:effectLst/>
          </p:spPr>
          <p:txBody>
            <a:bodyPr wrap="square" lIns="45719" tIns="45719" rIns="45719" bIns="45719" numCol="1" anchor="ctr">
              <a:noAutofit/>
            </a:bodyPr>
            <a:lstStyle/>
            <a:p>
              <a:pPr algn="ctr" defTabSz="609585" hangingPunct="0">
                <a:defRPr sz="800">
                  <a:solidFill>
                    <a:srgbClr val="FFFFFF"/>
                  </a:solidFill>
                </a:defRPr>
              </a:pPr>
              <a:endParaRPr sz="1067" kern="0">
                <a:solidFill>
                  <a:srgbClr val="FFFFFF"/>
                </a:solidFill>
                <a:sym typeface="Calibri" panose="020F0502020204030204"/>
              </a:endParaRPr>
            </a:p>
          </p:txBody>
        </p:sp>
        <p:sp>
          <p:nvSpPr>
            <p:cNvPr id="543" name="TextBox 61"/>
            <p:cNvSpPr txBox="1"/>
            <p:nvPr/>
          </p:nvSpPr>
          <p:spPr>
            <a:xfrm>
              <a:off x="0" y="0"/>
              <a:ext cx="324125" cy="438723"/>
            </a:xfrm>
            <a:prstGeom prst="rect">
              <a:avLst/>
            </a:prstGeom>
            <a:noFill/>
            <a:ln w="12700" cap="flat">
              <a:noFill/>
              <a:miter lim="400000"/>
            </a:ln>
            <a:effectLst/>
          </p:spPr>
          <p:txBody>
            <a:bodyPr wrap="none" lIns="45719" tIns="45719" rIns="45719" bIns="45719" numCol="1" anchor="t">
              <a:spAutoFit/>
            </a:bodyPr>
            <a:lstStyle/>
            <a:p>
              <a:pPr defTabSz="609585" hangingPunct="0">
                <a:defRPr sz="800">
                  <a:solidFill>
                    <a:srgbClr val="FFFFFF"/>
                  </a:solidFill>
                </a:defRPr>
              </a:pPr>
              <a:r>
                <a:rPr sz="1067" kern="0">
                  <a:solidFill>
                    <a:srgbClr val="FFFFFF"/>
                  </a:solidFill>
                  <a:sym typeface="Calibri" panose="020F0502020204030204"/>
                </a:rPr>
                <a:t>R:176</a:t>
              </a:r>
            </a:p>
            <a:p>
              <a:pPr defTabSz="609585" hangingPunct="0">
                <a:defRPr sz="800">
                  <a:solidFill>
                    <a:srgbClr val="FFFFFF"/>
                  </a:solidFill>
                </a:defRPr>
              </a:pPr>
              <a:r>
                <a:rPr sz="1067" kern="0">
                  <a:solidFill>
                    <a:srgbClr val="FFFFFF"/>
                  </a:solidFill>
                  <a:sym typeface="Calibri" panose="020F0502020204030204"/>
                </a:rPr>
                <a:t>G:115</a:t>
              </a:r>
            </a:p>
            <a:p>
              <a:pPr defTabSz="609585" hangingPunct="0">
                <a:defRPr sz="800">
                  <a:solidFill>
                    <a:srgbClr val="FFFFFF"/>
                  </a:solidFill>
                </a:defRPr>
              </a:pPr>
              <a:r>
                <a:rPr sz="1067" kern="0">
                  <a:solidFill>
                    <a:srgbClr val="FFFFFF"/>
                  </a:solidFill>
                  <a:sym typeface="Calibri" panose="020F0502020204030204"/>
                </a:rPr>
                <a:t>B:252</a:t>
              </a:r>
            </a:p>
          </p:txBody>
        </p:sp>
      </p:grpSp>
      <p:sp>
        <p:nvSpPr>
          <p:cNvPr id="545" name="Rectangle 62"/>
          <p:cNvSpPr txBox="1"/>
          <p:nvPr userDrawn="1"/>
        </p:nvSpPr>
        <p:spPr>
          <a:xfrm>
            <a:off x="-1460598" y="5545256"/>
            <a:ext cx="1027859" cy="594904"/>
          </a:xfrm>
          <a:prstGeom prst="rect">
            <a:avLst/>
          </a:prstGeom>
          <a:ln w="12700">
            <a:miter lim="400000"/>
          </a:ln>
        </p:spPr>
        <p:txBody>
          <a:bodyPr lIns="60957" tIns="60959" rIns="60957" bIns="60959">
            <a:spAutoFit/>
          </a:bodyPr>
          <a:lstStyle/>
          <a:p>
            <a:pPr defTabSz="609585" hangingPunct="0">
              <a:defRPr sz="700">
                <a:solidFill>
                  <a:srgbClr val="FFFFFF"/>
                </a:solidFill>
              </a:defRPr>
            </a:pPr>
            <a:r>
              <a:rPr sz="933" kern="0">
                <a:solidFill>
                  <a:srgbClr val="FFFFFF"/>
                </a:solidFill>
                <a:sym typeface="Calibri" panose="020F0502020204030204"/>
              </a:rPr>
              <a:t>英文字体：</a:t>
            </a:r>
            <a:endParaRPr sz="933" b="1" kern="0">
              <a:solidFill>
                <a:srgbClr val="FFFFFF"/>
              </a:solidFill>
              <a:latin typeface="Arial" panose="020B0604020202020204"/>
              <a:ea typeface="Arial" panose="020B0604020202020204"/>
              <a:cs typeface="Arial" panose="020B0604020202020204"/>
              <a:sym typeface="Arial" panose="020B0604020202020204"/>
            </a:endParaRPr>
          </a:p>
          <a:p>
            <a:pPr defTabSz="609585" hangingPunct="0">
              <a:defRPr sz="1600" b="1">
                <a:solidFill>
                  <a:srgbClr val="FFFFFF"/>
                </a:solidFill>
                <a:latin typeface="Arial" panose="020B0604020202020204"/>
                <a:ea typeface="Arial" panose="020B0604020202020204"/>
                <a:cs typeface="Arial" panose="020B0604020202020204"/>
                <a:sym typeface="Arial" panose="020B0604020202020204"/>
              </a:defRPr>
            </a:pPr>
            <a:r>
              <a:rPr sz="2133" b="1" kern="0">
                <a:solidFill>
                  <a:srgbClr val="FFFFFF"/>
                </a:solidFill>
                <a:latin typeface="Arial" panose="020B0604020202020204"/>
                <a:ea typeface="Arial" panose="020B0604020202020204"/>
                <a:cs typeface="Arial" panose="020B0604020202020204"/>
                <a:sym typeface="Arial" panose="020B0604020202020204"/>
              </a:rPr>
              <a:t>Arial</a:t>
            </a:r>
          </a:p>
        </p:txBody>
      </p:sp>
      <p:pic>
        <p:nvPicPr>
          <p:cNvPr id="5" name="图片 4"/>
          <p:cNvPicPr>
            <a:picLocks noChangeAspect="1"/>
          </p:cNvPicPr>
          <p:nvPr userDrawn="1"/>
        </p:nvPicPr>
        <p:blipFill rotWithShape="1">
          <a:blip r:embed="rId2" cstate="print">
            <a:extLst>
              <a:ext uri="{28A0092B-C50C-407E-A947-70E740481C1C}">
                <a14:useLocalDpi xmlns:a14="http://schemas.microsoft.com/office/drawing/2010/main" val="0"/>
              </a:ext>
            </a:extLst>
          </a:blip>
          <a:srcRect t="-12439" r="37297" b="-1"/>
          <a:stretch>
            <a:fillRect/>
          </a:stretch>
        </p:blipFill>
        <p:spPr>
          <a:xfrm>
            <a:off x="10435787" y="352779"/>
            <a:ext cx="1360404" cy="507405"/>
          </a:xfrm>
          <a:prstGeom prst="rect">
            <a:avLst/>
          </a:prstGeom>
        </p:spPr>
      </p:pic>
    </p:spTree>
    <p:extLst>
      <p:ext uri="{BB962C8B-B14F-4D97-AF65-F5344CB8AC3E}">
        <p14:creationId xmlns:p14="http://schemas.microsoft.com/office/powerpoint/2010/main" val="1704359459"/>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4_Comparison">
    <p:bg>
      <p:bgPr>
        <a:solidFill>
          <a:srgbClr val="1771EA"/>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91825" y="383823"/>
            <a:ext cx="11222915" cy="5955595"/>
          </a:xfrm>
        </p:spPr>
        <p:txBody>
          <a:bodyPr/>
          <a:lstStyle>
            <a:lvl1pPr>
              <a:defRPr sz="6533" baseline="0">
                <a:solidFill>
                  <a:schemeClr val="bg1"/>
                </a:solidFill>
                <a:latin typeface="Microsoft YaHei" charset="-122"/>
                <a:ea typeface="Microsoft YaHei" charset="-122"/>
                <a:cs typeface="Microsoft YaHei" charset="-122"/>
              </a:defRPr>
            </a:lvl1pPr>
          </a:lstStyle>
          <a:p>
            <a:r>
              <a:rPr lang="zh-CN" altLang="en-US" dirty="0"/>
              <a:t>单击此处</a:t>
            </a:r>
            <a:br>
              <a:rPr lang="en-US" altLang="zh-CN" dirty="0"/>
            </a:br>
            <a:r>
              <a:rPr lang="zh-CN" altLang="en-US" dirty="0"/>
              <a:t>可更改模板标题</a:t>
            </a:r>
            <a:br>
              <a:rPr lang="en-US" altLang="zh-CN" dirty="0"/>
            </a:br>
            <a:r>
              <a:rPr lang="zh-CN" altLang="en-US" dirty="0"/>
              <a:t>中的文字</a:t>
            </a:r>
            <a:endParaRPr lang="en-US" dirty="0"/>
          </a:p>
        </p:txBody>
      </p:sp>
      <p:pic>
        <p:nvPicPr>
          <p:cNvPr id="4" name="图片 3"/>
          <p:cNvPicPr>
            <a:picLocks noChangeAspect="1"/>
          </p:cNvPicPr>
          <p:nvPr userDrawn="1"/>
        </p:nvPicPr>
        <p:blipFill rotWithShape="1">
          <a:blip r:embed="rId2">
            <a:extLst>
              <a:ext uri="{28A0092B-C50C-407E-A947-70E740481C1C}">
                <a14:useLocalDpi xmlns:a14="http://schemas.microsoft.com/office/drawing/2010/main" val="0"/>
              </a:ext>
            </a:extLst>
          </a:blip>
          <a:srcRect t="-12439" r="37297" b="-1"/>
          <a:stretch/>
        </p:blipFill>
        <p:spPr>
          <a:xfrm>
            <a:off x="10435781" y="191912"/>
            <a:ext cx="1360404" cy="507405"/>
          </a:xfrm>
          <a:prstGeom prst="rect">
            <a:avLst/>
          </a:prstGeom>
        </p:spPr>
      </p:pic>
      <p:sp>
        <p:nvSpPr>
          <p:cNvPr id="5" name="Text Box 5">
            <a:extLst>
              <a:ext uri="{FF2B5EF4-FFF2-40B4-BE49-F238E27FC236}">
                <a16:creationId xmlns:a16="http://schemas.microsoft.com/office/drawing/2014/main" id="{66B87493-C003-6B48-80CC-99817ED7BD76}"/>
              </a:ext>
            </a:extLst>
          </p:cNvPr>
          <p:cNvSpPr txBox="1">
            <a:spLocks noChangeArrowheads="1"/>
          </p:cNvSpPr>
          <p:nvPr userDrawn="1"/>
        </p:nvSpPr>
        <p:spPr bwMode="auto">
          <a:xfrm>
            <a:off x="11576584" y="6558512"/>
            <a:ext cx="615416"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411426" fontAlgn="base">
              <a:spcBef>
                <a:spcPct val="50000"/>
              </a:spcBef>
              <a:spcAft>
                <a:spcPct val="0"/>
              </a:spcAft>
              <a:defRPr/>
            </a:pPr>
            <a:fld id="{046AD7C7-DE3F-5E43-A3A8-CA80750AE375}" type="slidenum">
              <a:rPr kumimoji="0" lang="en-US" altLang="zh-CN" sz="1100" b="0" kern="0" smtClean="0">
                <a:solidFill>
                  <a:schemeClr val="bg1"/>
                </a:solidFill>
                <a:latin typeface="Arial" panose="020B0604020202020204"/>
                <a:cs typeface="Arial" panose="020B0604020202020204"/>
                <a:sym typeface="Helvetica Neue"/>
              </a:rPr>
              <a:pPr defTabSz="411426" fontAlgn="base">
                <a:spcBef>
                  <a:spcPct val="50000"/>
                </a:spcBef>
                <a:spcAft>
                  <a:spcPct val="0"/>
                </a:spcAft>
                <a:defRPr/>
              </a:pPr>
              <a:t>‹#›</a:t>
            </a:fld>
            <a:endParaRPr kumimoji="0" lang="en-US" altLang="zh-CN" sz="1100" b="0" kern="0" dirty="0">
              <a:solidFill>
                <a:schemeClr val="bg1"/>
              </a:solidFill>
              <a:latin typeface="Arial" panose="020B0604020202020204"/>
              <a:cs typeface="Arial" panose="020B0604020202020204"/>
              <a:sym typeface="Helvetica Neue"/>
            </a:endParaRPr>
          </a:p>
        </p:txBody>
      </p:sp>
    </p:spTree>
    <p:extLst>
      <p:ext uri="{BB962C8B-B14F-4D97-AF65-F5344CB8AC3E}">
        <p14:creationId xmlns:p14="http://schemas.microsoft.com/office/powerpoint/2010/main" val="178336086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emf"/><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26C7729-0EB9-64FA-899B-03816ECC912E}"/>
              </a:ext>
            </a:extLst>
          </p:cNvPr>
          <p:cNvGraphicFramePr>
            <a:graphicFrameLocks noChangeAspect="1"/>
          </p:cNvGraphicFramePr>
          <p:nvPr userDrawn="1">
            <p:custDataLst>
              <p:tags r:id="rId33"/>
            </p:custDataLst>
            <p:extLst>
              <p:ext uri="{D42A27DB-BD31-4B8C-83A1-F6EECF244321}">
                <p14:modId xmlns:p14="http://schemas.microsoft.com/office/powerpoint/2010/main" val="28605097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34" imgW="463" imgH="464" progId="TCLayout.ActiveDocument.1">
                  <p:embed/>
                </p:oleObj>
              </mc:Choice>
              <mc:Fallback>
                <p:oleObj name="think-cell 幻灯片" r:id="rId34" imgW="463" imgH="464" progId="TCLayout.ActiveDocument.1">
                  <p:embed/>
                  <p:pic>
                    <p:nvPicPr>
                      <p:cNvPr id="2" name="think-cell data - do not delete" hidden="1">
                        <a:extLst>
                          <a:ext uri="{FF2B5EF4-FFF2-40B4-BE49-F238E27FC236}">
                            <a16:creationId xmlns:a16="http://schemas.microsoft.com/office/drawing/2014/main" id="{026C7729-0EB9-64FA-899B-03816ECC912E}"/>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4" name="日期占位符 3"/>
          <p:cNvSpPr>
            <a:spLocks noGrp="1"/>
          </p:cNvSpPr>
          <p:nvPr>
            <p:ph type="dt" sz="half" idx="2"/>
          </p:nvPr>
        </p:nvSpPr>
        <p:spPr>
          <a:xfrm>
            <a:off x="838200" y="6356352"/>
            <a:ext cx="2743200" cy="365125"/>
          </a:xfrm>
          <a:prstGeom prst="rect">
            <a:avLst/>
          </a:prstGeom>
        </p:spPr>
        <p:txBody>
          <a:bodyPr vert="horz" lIns="91332" tIns="45718" rIns="91332" bIns="45718" rtlCol="0" anchor="ctr"/>
          <a:lstStyle>
            <a:lvl1pPr algn="l">
              <a:defRPr sz="1200" b="0" i="0">
                <a:solidFill>
                  <a:schemeClr val="tx1">
                    <a:tint val="75000"/>
                  </a:schemeClr>
                </a:solidFill>
                <a:latin typeface="微软雅黑" panose="020B0503020204020204" pitchFamily="34" charset="-122"/>
                <a:ea typeface="微软雅黑" panose="020B0503020204020204" pitchFamily="34" charset="-122"/>
              </a:defRPr>
            </a:lvl1pPr>
          </a:lstStyle>
          <a:p>
            <a:endParaRPr kumimoji="1" lang="zh-CN" altLang="en-US" dirty="0">
              <a:solidFill>
                <a:srgbClr val="000000">
                  <a:tint val="75000"/>
                </a:srgbClr>
              </a:solidFill>
            </a:endParaRPr>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332" tIns="45718" rIns="91332" bIns="45718" rtlCol="0" anchor="ctr"/>
          <a:lstStyle>
            <a:lvl1pPr algn="r">
              <a:defRPr sz="1200" b="0" i="0">
                <a:solidFill>
                  <a:schemeClr val="tx1">
                    <a:tint val="75000"/>
                  </a:schemeClr>
                </a:solidFill>
                <a:latin typeface="微软雅黑" panose="020B0503020204020204" pitchFamily="34" charset="-122"/>
                <a:ea typeface="微软雅黑" panose="020B0503020204020204" pitchFamily="34" charset="-122"/>
              </a:defRPr>
            </a:lvl1pPr>
          </a:lstStyle>
          <a:p>
            <a:r>
              <a:rPr kumimoji="1" lang="en-US" altLang="zh-CN" dirty="0">
                <a:solidFill>
                  <a:srgbClr val="000000">
                    <a:tint val="75000"/>
                  </a:srgbClr>
                </a:solidFill>
              </a:rPr>
              <a:t>1</a:t>
            </a:r>
            <a:endParaRPr kumimoji="1" lang="zh-CN" altLang="en-US" dirty="0">
              <a:solidFill>
                <a:srgbClr val="000000">
                  <a:tint val="75000"/>
                </a:srgbClr>
              </a:solidFill>
            </a:endParaRPr>
          </a:p>
        </p:txBody>
      </p:sp>
      <p:sp>
        <p:nvSpPr>
          <p:cNvPr id="5" name="圆形"/>
          <p:cNvSpPr/>
          <p:nvPr userDrawn="1"/>
        </p:nvSpPr>
        <p:spPr>
          <a:xfrm>
            <a:off x="-806775" y="3292324"/>
            <a:ext cx="412720" cy="412720"/>
          </a:xfrm>
          <a:prstGeom prst="ellipse">
            <a:avLst/>
          </a:prstGeom>
          <a:solidFill>
            <a:srgbClr val="2971EB"/>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2386EE"/>
              </a:solidFill>
              <a:latin typeface="微软雅黑" panose="020B0503020204020204" pitchFamily="34" charset="-122"/>
              <a:ea typeface="微软雅黑" panose="020B0503020204020204" pitchFamily="34" charset="-122"/>
              <a:cs typeface="Helvetica Light"/>
              <a:sym typeface="Helvetica Light"/>
            </a:endParaRPr>
          </a:p>
        </p:txBody>
      </p:sp>
      <p:sp>
        <p:nvSpPr>
          <p:cNvPr id="7" name="圆形"/>
          <p:cNvSpPr/>
          <p:nvPr userDrawn="1"/>
        </p:nvSpPr>
        <p:spPr>
          <a:xfrm>
            <a:off x="-804769" y="4806477"/>
            <a:ext cx="412721" cy="412720"/>
          </a:xfrm>
          <a:prstGeom prst="ellipse">
            <a:avLst/>
          </a:prstGeom>
          <a:solidFill>
            <a:srgbClr val="00CCFE"/>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05C8C8"/>
              </a:solidFill>
              <a:latin typeface="微软雅黑" panose="020B0503020204020204" pitchFamily="34" charset="-122"/>
              <a:ea typeface="微软雅黑" panose="020B0503020204020204" pitchFamily="34" charset="-122"/>
              <a:cs typeface="Helvetica Light"/>
              <a:sym typeface="Helvetica Light"/>
            </a:endParaRPr>
          </a:p>
        </p:txBody>
      </p:sp>
      <p:sp>
        <p:nvSpPr>
          <p:cNvPr id="8" name="圆形"/>
          <p:cNvSpPr/>
          <p:nvPr userDrawn="1"/>
        </p:nvSpPr>
        <p:spPr>
          <a:xfrm>
            <a:off x="-1348381" y="4790261"/>
            <a:ext cx="412721" cy="412720"/>
          </a:xfrm>
          <a:prstGeom prst="ellipse">
            <a:avLst/>
          </a:prstGeom>
          <a:solidFill>
            <a:schemeClr val="bg2">
              <a:lumMod val="25000"/>
            </a:schemeClr>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000000">
                  <a:lumMod val="75000"/>
                  <a:lumOff val="25000"/>
                </a:srgbClr>
              </a:solidFill>
              <a:latin typeface="微软雅黑" panose="020B0503020204020204" pitchFamily="34" charset="-122"/>
              <a:ea typeface="微软雅黑" panose="020B0503020204020204" pitchFamily="34" charset="-122"/>
              <a:cs typeface="Helvetica Light"/>
              <a:sym typeface="Helvetica Light"/>
            </a:endParaRPr>
          </a:p>
        </p:txBody>
      </p:sp>
      <p:sp>
        <p:nvSpPr>
          <p:cNvPr id="9" name="圆形"/>
          <p:cNvSpPr/>
          <p:nvPr userDrawn="1"/>
        </p:nvSpPr>
        <p:spPr>
          <a:xfrm>
            <a:off x="-1348381" y="5304965"/>
            <a:ext cx="412721" cy="412720"/>
          </a:xfrm>
          <a:prstGeom prst="ellipse">
            <a:avLst/>
          </a:prstGeom>
          <a:solidFill>
            <a:schemeClr val="bg1">
              <a:lumMod val="75000"/>
            </a:schemeClr>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FFFFFF"/>
              </a:solidFill>
              <a:latin typeface="微软雅黑" panose="020B0503020204020204" pitchFamily="34" charset="-122"/>
              <a:ea typeface="微软雅黑" panose="020B0503020204020204" pitchFamily="34" charset="-122"/>
              <a:cs typeface="Helvetica Light"/>
              <a:sym typeface="Helvetica Light"/>
            </a:endParaRPr>
          </a:p>
        </p:txBody>
      </p:sp>
      <p:sp>
        <p:nvSpPr>
          <p:cNvPr id="10" name="圆形"/>
          <p:cNvSpPr/>
          <p:nvPr userDrawn="1"/>
        </p:nvSpPr>
        <p:spPr>
          <a:xfrm>
            <a:off x="-804769" y="5872245"/>
            <a:ext cx="412721" cy="412720"/>
          </a:xfrm>
          <a:prstGeom prst="ellipse">
            <a:avLst/>
          </a:prstGeom>
          <a:solidFill>
            <a:srgbClr val="A06EFF"/>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A06EFF"/>
              </a:solidFill>
              <a:latin typeface="微软雅黑" panose="020B0503020204020204" pitchFamily="34" charset="-122"/>
              <a:ea typeface="微软雅黑" panose="020B0503020204020204" pitchFamily="34" charset="-122"/>
              <a:cs typeface="Helvetica Light"/>
              <a:sym typeface="Helvetica Light"/>
            </a:endParaRPr>
          </a:p>
        </p:txBody>
      </p:sp>
      <p:sp>
        <p:nvSpPr>
          <p:cNvPr id="11" name="圆形"/>
          <p:cNvSpPr/>
          <p:nvPr userDrawn="1"/>
        </p:nvSpPr>
        <p:spPr>
          <a:xfrm>
            <a:off x="-804769" y="5345152"/>
            <a:ext cx="412721" cy="412720"/>
          </a:xfrm>
          <a:prstGeom prst="ellipse">
            <a:avLst/>
          </a:prstGeom>
          <a:solidFill>
            <a:srgbClr val="05C8C8"/>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05C8C8"/>
              </a:solidFill>
              <a:latin typeface="微软雅黑" panose="020B0503020204020204" pitchFamily="34" charset="-122"/>
              <a:ea typeface="微软雅黑" panose="020B0503020204020204" pitchFamily="34" charset="-122"/>
              <a:cs typeface="Helvetica Light"/>
              <a:sym typeface="Helvetica Light"/>
            </a:endParaRPr>
          </a:p>
        </p:txBody>
      </p:sp>
      <p:sp>
        <p:nvSpPr>
          <p:cNvPr id="12" name="圆形"/>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2386EE"/>
              </a:solidFill>
              <a:latin typeface="微软雅黑" panose="020B0503020204020204" pitchFamily="34" charset="-122"/>
              <a:ea typeface="微软雅黑" panose="020B0503020204020204" pitchFamily="34" charset="-122"/>
              <a:cs typeface="Helvetica Light"/>
              <a:sym typeface="Helvetica Light"/>
            </a:endParaRPr>
          </a:p>
        </p:txBody>
      </p:sp>
      <p:sp>
        <p:nvSpPr>
          <p:cNvPr id="13" name="圆形"/>
          <p:cNvSpPr/>
          <p:nvPr userDrawn="1"/>
        </p:nvSpPr>
        <p:spPr>
          <a:xfrm>
            <a:off x="-813913" y="6408704"/>
            <a:ext cx="412721" cy="412720"/>
          </a:xfrm>
          <a:prstGeom prst="ellipse">
            <a:avLst/>
          </a:prstGeom>
          <a:solidFill>
            <a:srgbClr val="FFB61A"/>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FFFFFF"/>
              </a:solidFill>
              <a:latin typeface="微软雅黑" panose="020B0503020204020204" pitchFamily="34" charset="-122"/>
              <a:ea typeface="微软雅黑" panose="020B0503020204020204" pitchFamily="34" charset="-122"/>
              <a:cs typeface="Helvetica Light"/>
              <a:sym typeface="Helvetica Light"/>
            </a:endParaRPr>
          </a:p>
        </p:txBody>
      </p:sp>
      <p:sp>
        <p:nvSpPr>
          <p:cNvPr id="14" name="圆形"/>
          <p:cNvSpPr/>
          <p:nvPr userDrawn="1"/>
        </p:nvSpPr>
        <p:spPr>
          <a:xfrm>
            <a:off x="-1348381" y="5806412"/>
            <a:ext cx="412721" cy="412720"/>
          </a:xfrm>
          <a:prstGeom prst="ellipse">
            <a:avLst/>
          </a:prstGeom>
          <a:solidFill>
            <a:srgbClr val="E7F1FF"/>
          </a:solidFill>
          <a:ln w="3175">
            <a:solidFill>
              <a:schemeClr val="bg1">
                <a:lumMod val="85000"/>
              </a:schemeClr>
            </a:solidFill>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FFFFFF"/>
              </a:solidFill>
              <a:latin typeface="微软雅黑" panose="020B0503020204020204" pitchFamily="34" charset="-122"/>
              <a:ea typeface="微软雅黑" panose="020B0503020204020204" pitchFamily="34" charset="-122"/>
              <a:cs typeface="Helvetica Light"/>
              <a:sym typeface="Helvetica Light"/>
            </a:endParaRPr>
          </a:p>
        </p:txBody>
      </p:sp>
      <p:sp>
        <p:nvSpPr>
          <p:cNvPr id="15" name="圆形"/>
          <p:cNvSpPr/>
          <p:nvPr userDrawn="1"/>
        </p:nvSpPr>
        <p:spPr>
          <a:xfrm>
            <a:off x="-804769" y="4251104"/>
            <a:ext cx="412721" cy="412720"/>
          </a:xfrm>
          <a:prstGeom prst="ellipse">
            <a:avLst/>
          </a:prstGeom>
          <a:solidFill>
            <a:srgbClr val="22AAFE"/>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2386EE"/>
              </a:solidFill>
              <a:latin typeface="微软雅黑" panose="020B0503020204020204" pitchFamily="34" charset="-122"/>
              <a:ea typeface="微软雅黑" panose="020B0503020204020204" pitchFamily="34" charset="-122"/>
              <a:cs typeface="Helvetica Light"/>
              <a:sym typeface="Helvetica Light"/>
            </a:endParaRPr>
          </a:p>
        </p:txBody>
      </p:sp>
      <p:sp>
        <p:nvSpPr>
          <p:cNvPr id="16" name="圆形"/>
          <p:cNvSpPr/>
          <p:nvPr userDrawn="1"/>
        </p:nvSpPr>
        <p:spPr>
          <a:xfrm>
            <a:off x="-1348381" y="4279867"/>
            <a:ext cx="412721" cy="412720"/>
          </a:xfrm>
          <a:prstGeom prst="ellipse">
            <a:avLst/>
          </a:prstGeom>
          <a:solidFill>
            <a:srgbClr val="28235F"/>
          </a:solidFill>
          <a:ln w="3175">
            <a:miter lim="400000"/>
          </a:ln>
        </p:spPr>
        <p:txBody>
          <a:bodyPr lIns="38486" tIns="38486" rIns="38486" bIns="38486" anchor="ctr"/>
          <a:lstStyle/>
          <a:p>
            <a:pPr defTabSz="601822">
              <a:defRPr sz="5800" b="0">
                <a:solidFill>
                  <a:srgbClr val="FFFFFF"/>
                </a:solidFill>
                <a:latin typeface="Helvetica Light"/>
                <a:ea typeface="Helvetica Light"/>
                <a:cs typeface="Helvetica Light"/>
                <a:sym typeface="Helvetica Light"/>
              </a:defRPr>
            </a:pPr>
            <a:endParaRPr sz="2300" dirty="0">
              <a:solidFill>
                <a:srgbClr val="000000">
                  <a:lumMod val="75000"/>
                  <a:lumOff val="25000"/>
                </a:srgbClr>
              </a:solidFill>
              <a:latin typeface="微软雅黑" panose="020B0503020204020204" pitchFamily="34" charset="-122"/>
              <a:ea typeface="微软雅黑" panose="020B0503020204020204" pitchFamily="34" charset="-122"/>
              <a:cs typeface="Helvetica Light"/>
              <a:sym typeface="Helvetica Light"/>
            </a:endParaRPr>
          </a:p>
        </p:txBody>
      </p:sp>
      <p:sp>
        <p:nvSpPr>
          <p:cNvPr id="17" name="文本框 16"/>
          <p:cNvSpPr txBox="1"/>
          <p:nvPr userDrawn="1"/>
        </p:nvSpPr>
        <p:spPr>
          <a:xfrm>
            <a:off x="-1395167" y="2953415"/>
            <a:ext cx="744717" cy="276999"/>
          </a:xfrm>
          <a:prstGeom prst="rect">
            <a:avLst/>
          </a:prstGeom>
          <a:noFill/>
        </p:spPr>
        <p:txBody>
          <a:bodyPr wrap="square" lIns="91332" tIns="45718" rIns="91332" bIns="45718" rtlCol="0">
            <a:spAutoFit/>
          </a:bodyPr>
          <a:lstStyle/>
          <a:p>
            <a:r>
              <a:rPr kumimoji="1" lang="zh-CN" altLang="en-US" sz="1200" dirty="0">
                <a:solidFill>
                  <a:srgbClr val="000000"/>
                </a:solidFill>
                <a:latin typeface="Microsoft YaHei Light" panose="020B0503020204020204" pitchFamily="34" charset="-122"/>
                <a:ea typeface="Microsoft YaHei Light" panose="020B0503020204020204" pitchFamily="34" charset="-122"/>
              </a:rPr>
              <a:t>主色</a:t>
            </a:r>
          </a:p>
        </p:txBody>
      </p:sp>
      <p:sp>
        <p:nvSpPr>
          <p:cNvPr id="18" name="文本框 17"/>
          <p:cNvSpPr txBox="1"/>
          <p:nvPr userDrawn="1"/>
        </p:nvSpPr>
        <p:spPr>
          <a:xfrm>
            <a:off x="-1395161" y="3959280"/>
            <a:ext cx="650449" cy="276999"/>
          </a:xfrm>
          <a:prstGeom prst="rect">
            <a:avLst/>
          </a:prstGeom>
          <a:noFill/>
        </p:spPr>
        <p:txBody>
          <a:bodyPr wrap="square" lIns="91332" tIns="45718" rIns="91332" bIns="45718" rtlCol="0">
            <a:spAutoFit/>
          </a:bodyPr>
          <a:lstStyle/>
          <a:p>
            <a:r>
              <a:rPr kumimoji="1" lang="zh-CN" altLang="en-US" sz="1200" dirty="0">
                <a:solidFill>
                  <a:srgbClr val="000000"/>
                </a:solidFill>
                <a:latin typeface="Microsoft YaHei Light" panose="020B0503020204020204" pitchFamily="34" charset="-122"/>
                <a:ea typeface="Microsoft YaHei Light" panose="020B0503020204020204" pitchFamily="34" charset="-122"/>
              </a:rPr>
              <a:t>辅助色</a:t>
            </a:r>
          </a:p>
        </p:txBody>
      </p:sp>
      <p:sp>
        <p:nvSpPr>
          <p:cNvPr id="19" name="文本框 18"/>
          <p:cNvSpPr txBox="1"/>
          <p:nvPr userDrawn="1"/>
        </p:nvSpPr>
        <p:spPr>
          <a:xfrm>
            <a:off x="-1395167" y="2125274"/>
            <a:ext cx="744717" cy="276999"/>
          </a:xfrm>
          <a:prstGeom prst="rect">
            <a:avLst/>
          </a:prstGeom>
          <a:noFill/>
        </p:spPr>
        <p:txBody>
          <a:bodyPr wrap="square" lIns="91332" tIns="45718" rIns="91332" bIns="45718" rtlCol="0">
            <a:spAutoFit/>
          </a:bodyPr>
          <a:lstStyle/>
          <a:p>
            <a:r>
              <a:rPr kumimoji="1" lang="zh-CN" altLang="en-US" sz="1200" dirty="0">
                <a:solidFill>
                  <a:srgbClr val="000000"/>
                </a:solidFill>
                <a:latin typeface="Microsoft YaHei Light" panose="020B0503020204020204" pitchFamily="34" charset="-122"/>
                <a:ea typeface="Microsoft YaHei Light" panose="020B0503020204020204" pitchFamily="34" charset="-122"/>
              </a:rPr>
              <a:t>字体</a:t>
            </a:r>
          </a:p>
        </p:txBody>
      </p:sp>
      <p:sp>
        <p:nvSpPr>
          <p:cNvPr id="20" name="文本框 19"/>
          <p:cNvSpPr txBox="1"/>
          <p:nvPr userDrawn="1"/>
        </p:nvSpPr>
        <p:spPr>
          <a:xfrm>
            <a:off x="-1395168" y="2384601"/>
            <a:ext cx="1338607" cy="338555"/>
          </a:xfrm>
          <a:prstGeom prst="rect">
            <a:avLst/>
          </a:prstGeom>
          <a:noFill/>
        </p:spPr>
        <p:txBody>
          <a:bodyPr wrap="square" lIns="91332" tIns="45718" rIns="91332" bIns="45718" rtlCol="0">
            <a:spAutoFit/>
          </a:bodyPr>
          <a:lstStyle/>
          <a:p>
            <a:r>
              <a:rPr kumimoji="1" lang="zh-CN" altLang="en-US" sz="1600" dirty="0">
                <a:solidFill>
                  <a:srgbClr val="000000"/>
                </a:solidFill>
                <a:latin typeface="微软雅黑" panose="020B0503020204020204" pitchFamily="34" charset="-122"/>
                <a:ea typeface="微软雅黑" panose="020B0503020204020204" pitchFamily="34" charset="-122"/>
              </a:rPr>
              <a:t>微软雅黑</a:t>
            </a:r>
          </a:p>
        </p:txBody>
      </p:sp>
    </p:spTree>
    <p:extLst>
      <p:ext uri="{BB962C8B-B14F-4D97-AF65-F5344CB8AC3E}">
        <p14:creationId xmlns:p14="http://schemas.microsoft.com/office/powerpoint/2010/main" val="1447128877"/>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 id="2147483779" r:id="rId18"/>
    <p:sldLayoutId id="2147483780" r:id="rId19"/>
    <p:sldLayoutId id="2147483781" r:id="rId20"/>
    <p:sldLayoutId id="2147483782" r:id="rId21"/>
    <p:sldLayoutId id="2147483783" r:id="rId22"/>
    <p:sldLayoutId id="2147483784" r:id="rId23"/>
    <p:sldLayoutId id="2147483785" r:id="rId24"/>
    <p:sldLayoutId id="2147483786" r:id="rId25"/>
    <p:sldLayoutId id="2147483787" r:id="rId26"/>
    <p:sldLayoutId id="2147483788" r:id="rId27"/>
    <p:sldLayoutId id="2147483789" r:id="rId28"/>
    <p:sldLayoutId id="2147483790" r:id="rId29"/>
    <p:sldLayoutId id="2147483792" r:id="rId30"/>
    <p:sldLayoutId id="2147483793" r:id="rId31"/>
  </p:sldLayoutIdLst>
  <p:hf hdr="0" ftr="0" dt="0"/>
  <p:txStyles>
    <p:titleStyle>
      <a:lvl1pPr algn="l" defTabSz="913176" rtl="0" eaLnBrk="1" latinLnBrk="0" hangingPunct="1">
        <a:lnSpc>
          <a:spcPct val="90000"/>
        </a:lnSpc>
        <a:spcBef>
          <a:spcPct val="0"/>
        </a:spcBef>
        <a:buNone/>
        <a:defRPr sz="4400" b="0" i="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312" indent="-228312" algn="l" defTabSz="913176"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pitchFamily="34" charset="-122"/>
          <a:ea typeface="微软雅黑" panose="020B0503020204020204" pitchFamily="34" charset="-122"/>
          <a:cs typeface="+mn-cs"/>
        </a:defRPr>
      </a:lvl1pPr>
      <a:lvl2pPr marL="684934" indent="-228312" algn="l" defTabSz="913176"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1486" indent="-228312" algn="l" defTabSz="913176"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598040" indent="-228312" algn="l" defTabSz="913176" rtl="0" eaLnBrk="1" latinLnBrk="0" hangingPunct="1">
        <a:lnSpc>
          <a:spcPct val="90000"/>
        </a:lnSpc>
        <a:spcBef>
          <a:spcPts val="500"/>
        </a:spcBef>
        <a:buFont typeface="Arial" panose="020B0604020202020204" pitchFamily="34" charset="0"/>
        <a:buChar char="•"/>
        <a:defRPr sz="1900" b="0" i="0" kern="1200">
          <a:solidFill>
            <a:schemeClr val="tx1"/>
          </a:solidFill>
          <a:latin typeface="微软雅黑" panose="020B0503020204020204" pitchFamily="34" charset="-122"/>
          <a:ea typeface="微软雅黑" panose="020B0503020204020204" pitchFamily="34" charset="-122"/>
          <a:cs typeface="+mn-cs"/>
        </a:defRPr>
      </a:lvl4pPr>
      <a:lvl5pPr marL="2054595" indent="-228312" algn="l" defTabSz="913176" rtl="0" eaLnBrk="1" latinLnBrk="0" hangingPunct="1">
        <a:lnSpc>
          <a:spcPct val="90000"/>
        </a:lnSpc>
        <a:spcBef>
          <a:spcPts val="500"/>
        </a:spcBef>
        <a:buFont typeface="Arial" panose="020B0604020202020204" pitchFamily="34" charset="0"/>
        <a:buChar char="•"/>
        <a:defRPr sz="1900" b="0" i="0" kern="1200">
          <a:solidFill>
            <a:schemeClr val="tx1"/>
          </a:solidFill>
          <a:latin typeface="微软雅黑" panose="020B0503020204020204" pitchFamily="34" charset="-122"/>
          <a:ea typeface="微软雅黑" panose="020B0503020204020204" pitchFamily="34" charset="-122"/>
          <a:cs typeface="+mn-cs"/>
        </a:defRPr>
      </a:lvl5pPr>
      <a:lvl6pPr marL="2511216" indent="-228312" algn="l" defTabSz="913176"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67804" indent="-228312" algn="l" defTabSz="913176"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4392" indent="-228312" algn="l" defTabSz="913176"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1014" indent="-228312" algn="l" defTabSz="913176"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zh-CN"/>
      </a:defPPr>
      <a:lvl1pPr marL="0" algn="l" defTabSz="913176" rtl="0" eaLnBrk="1" latinLnBrk="0" hangingPunct="1">
        <a:defRPr sz="1900" kern="1200">
          <a:solidFill>
            <a:schemeClr val="tx1"/>
          </a:solidFill>
          <a:latin typeface="+mn-lt"/>
          <a:ea typeface="+mn-ea"/>
          <a:cs typeface="+mn-cs"/>
        </a:defRPr>
      </a:lvl1pPr>
      <a:lvl2pPr marL="456555" algn="l" defTabSz="913176" rtl="0" eaLnBrk="1" latinLnBrk="0" hangingPunct="1">
        <a:defRPr sz="1900" kern="1200">
          <a:solidFill>
            <a:schemeClr val="tx1"/>
          </a:solidFill>
          <a:latin typeface="+mn-lt"/>
          <a:ea typeface="+mn-ea"/>
          <a:cs typeface="+mn-cs"/>
        </a:defRPr>
      </a:lvl2pPr>
      <a:lvl3pPr marL="913176" algn="l" defTabSz="913176" rtl="0" eaLnBrk="1" latinLnBrk="0" hangingPunct="1">
        <a:defRPr sz="1900" kern="1200">
          <a:solidFill>
            <a:schemeClr val="tx1"/>
          </a:solidFill>
          <a:latin typeface="+mn-lt"/>
          <a:ea typeface="+mn-ea"/>
          <a:cs typeface="+mn-cs"/>
        </a:defRPr>
      </a:lvl3pPr>
      <a:lvl4pPr marL="1369764" algn="l" defTabSz="913176" rtl="0" eaLnBrk="1" latinLnBrk="0" hangingPunct="1">
        <a:defRPr sz="1900" kern="1200">
          <a:solidFill>
            <a:schemeClr val="tx1"/>
          </a:solidFill>
          <a:latin typeface="+mn-lt"/>
          <a:ea typeface="+mn-ea"/>
          <a:cs typeface="+mn-cs"/>
        </a:defRPr>
      </a:lvl4pPr>
      <a:lvl5pPr marL="1826352" algn="l" defTabSz="913176" rtl="0" eaLnBrk="1" latinLnBrk="0" hangingPunct="1">
        <a:defRPr sz="1900" kern="1200">
          <a:solidFill>
            <a:schemeClr val="tx1"/>
          </a:solidFill>
          <a:latin typeface="+mn-lt"/>
          <a:ea typeface="+mn-ea"/>
          <a:cs typeface="+mn-cs"/>
        </a:defRPr>
      </a:lvl5pPr>
      <a:lvl6pPr marL="2282974" algn="l" defTabSz="913176" rtl="0" eaLnBrk="1" latinLnBrk="0" hangingPunct="1">
        <a:defRPr sz="1900" kern="1200">
          <a:solidFill>
            <a:schemeClr val="tx1"/>
          </a:solidFill>
          <a:latin typeface="+mn-lt"/>
          <a:ea typeface="+mn-ea"/>
          <a:cs typeface="+mn-cs"/>
        </a:defRPr>
      </a:lvl6pPr>
      <a:lvl7pPr marL="2739526" algn="l" defTabSz="913176" rtl="0" eaLnBrk="1" latinLnBrk="0" hangingPunct="1">
        <a:defRPr sz="1900" kern="1200">
          <a:solidFill>
            <a:schemeClr val="tx1"/>
          </a:solidFill>
          <a:latin typeface="+mn-lt"/>
          <a:ea typeface="+mn-ea"/>
          <a:cs typeface="+mn-cs"/>
        </a:defRPr>
      </a:lvl7pPr>
      <a:lvl8pPr marL="3196080" algn="l" defTabSz="913176" rtl="0" eaLnBrk="1" latinLnBrk="0" hangingPunct="1">
        <a:defRPr sz="1900" kern="1200">
          <a:solidFill>
            <a:schemeClr val="tx1"/>
          </a:solidFill>
          <a:latin typeface="+mn-lt"/>
          <a:ea typeface="+mn-ea"/>
          <a:cs typeface="+mn-cs"/>
        </a:defRPr>
      </a:lvl8pPr>
      <a:lvl9pPr marL="3652635" algn="l" defTabSz="913176"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26.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95CBB-1A56-DC98-3CF1-1B640400E8D1}"/>
            </a:ext>
          </a:extLst>
        </p:cNvPr>
        <p:cNvGrpSpPr/>
        <p:nvPr/>
      </p:nvGrpSpPr>
      <p:grpSpPr>
        <a:xfrm>
          <a:off x="0" y="0"/>
          <a:ext cx="0" cy="0"/>
          <a:chOff x="0" y="0"/>
          <a:chExt cx="0" cy="0"/>
        </a:xfrm>
      </p:grpSpPr>
      <p:sp>
        <p:nvSpPr>
          <p:cNvPr id="12" name="矩形: 圆角 11">
            <a:extLst>
              <a:ext uri="{FF2B5EF4-FFF2-40B4-BE49-F238E27FC236}">
                <a16:creationId xmlns:a16="http://schemas.microsoft.com/office/drawing/2014/main" id="{07F7FC21-9A44-71EE-D590-527F79BE3A5B}"/>
              </a:ext>
            </a:extLst>
          </p:cNvPr>
          <p:cNvSpPr/>
          <p:nvPr/>
        </p:nvSpPr>
        <p:spPr>
          <a:xfrm>
            <a:off x="4082274" y="1254333"/>
            <a:ext cx="1698950" cy="809898"/>
          </a:xfrm>
          <a:prstGeom prst="roundRect">
            <a:avLst/>
          </a:prstGeom>
          <a:solidFill>
            <a:srgbClr val="00B9EF">
              <a:alpha val="20000"/>
            </a:srgbClr>
          </a:solid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3">
            <a:extLst>
              <a:ext uri="{FF2B5EF4-FFF2-40B4-BE49-F238E27FC236}">
                <a16:creationId xmlns:a16="http://schemas.microsoft.com/office/drawing/2014/main" id="{B05928B0-AEC4-0A39-A80B-AB4FA9F2805C}"/>
              </a:ext>
            </a:extLst>
          </p:cNvPr>
          <p:cNvSpPr txBox="1">
            <a:spLocks/>
          </p:cNvSpPr>
          <p:nvPr/>
        </p:nvSpPr>
        <p:spPr>
          <a:xfrm>
            <a:off x="233568" y="-14367"/>
            <a:ext cx="10515600" cy="7477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400" b="1">
                <a:latin typeface="微软雅黑" panose="020B0503020204020204" pitchFamily="34" charset="-122"/>
                <a:ea typeface="微软雅黑" panose="020B0503020204020204" pitchFamily="34" charset="-122"/>
              </a:rPr>
              <a:t>生产环境部署图</a:t>
            </a:r>
            <a:endParaRPr lang="zh-CN" altLang="en-US" sz="2400" b="1" dirty="0">
              <a:latin typeface="微软雅黑" panose="020B0503020204020204" pitchFamily="34" charset="-122"/>
              <a:ea typeface="微软雅黑" panose="020B0503020204020204" pitchFamily="34" charset="-122"/>
            </a:endParaRPr>
          </a:p>
        </p:txBody>
      </p:sp>
      <p:sp>
        <p:nvSpPr>
          <p:cNvPr id="16" name="TextBox 154">
            <a:extLst>
              <a:ext uri="{FF2B5EF4-FFF2-40B4-BE49-F238E27FC236}">
                <a16:creationId xmlns:a16="http://schemas.microsoft.com/office/drawing/2014/main" id="{50FF9693-D7F6-C55E-A861-941B4CFAE2E2}"/>
              </a:ext>
            </a:extLst>
          </p:cNvPr>
          <p:cNvSpPr txBox="1"/>
          <p:nvPr/>
        </p:nvSpPr>
        <p:spPr>
          <a:xfrm>
            <a:off x="2953791" y="3505197"/>
            <a:ext cx="903060" cy="246221"/>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1000" b="0">
                <a:solidFill>
                  <a:schemeClr val="tx1"/>
                </a:solidFill>
                <a:latin typeface="微软雅黑" panose="020B0503020204020204" pitchFamily="34" charset="-122"/>
                <a:ea typeface="微软雅黑" panose="020B0503020204020204" pitchFamily="34" charset="-122"/>
              </a:rPr>
              <a:t>Nginx</a:t>
            </a:r>
          </a:p>
        </p:txBody>
      </p:sp>
      <p:sp>
        <p:nvSpPr>
          <p:cNvPr id="19" name="TextBox 154">
            <a:extLst>
              <a:ext uri="{FF2B5EF4-FFF2-40B4-BE49-F238E27FC236}">
                <a16:creationId xmlns:a16="http://schemas.microsoft.com/office/drawing/2014/main" id="{5EC4DB98-90A8-4318-C888-8799D68A244D}"/>
              </a:ext>
            </a:extLst>
          </p:cNvPr>
          <p:cNvSpPr txBox="1"/>
          <p:nvPr/>
        </p:nvSpPr>
        <p:spPr>
          <a:xfrm>
            <a:off x="2953791" y="4289958"/>
            <a:ext cx="903060" cy="246221"/>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1000" b="0">
                <a:solidFill>
                  <a:schemeClr val="tx1"/>
                </a:solidFill>
                <a:latin typeface="微软雅黑" panose="020B0503020204020204" pitchFamily="34" charset="-122"/>
                <a:ea typeface="微软雅黑" panose="020B0503020204020204" pitchFamily="34" charset="-122"/>
              </a:rPr>
              <a:t>Nginx</a:t>
            </a:r>
          </a:p>
        </p:txBody>
      </p:sp>
      <p:sp>
        <p:nvSpPr>
          <p:cNvPr id="31" name="TextBox 154">
            <a:extLst>
              <a:ext uri="{FF2B5EF4-FFF2-40B4-BE49-F238E27FC236}">
                <a16:creationId xmlns:a16="http://schemas.microsoft.com/office/drawing/2014/main" id="{E6D6FC43-1339-7ADF-2BF2-DE80975A1069}"/>
              </a:ext>
            </a:extLst>
          </p:cNvPr>
          <p:cNvSpPr txBox="1"/>
          <p:nvPr/>
        </p:nvSpPr>
        <p:spPr>
          <a:xfrm>
            <a:off x="4320896" y="2577956"/>
            <a:ext cx="1155609" cy="261610"/>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1050" b="0">
                <a:solidFill>
                  <a:schemeClr val="tx1"/>
                </a:solidFill>
                <a:latin typeface="微软雅黑" panose="020B0503020204020204" pitchFamily="34" charset="-122"/>
                <a:ea typeface="微软雅黑" panose="020B0503020204020204" pitchFamily="34" charset="-122"/>
              </a:rPr>
              <a:t>K8S</a:t>
            </a:r>
            <a:r>
              <a:rPr lang="zh-CN" altLang="en-US" sz="1050" b="0">
                <a:solidFill>
                  <a:schemeClr val="tx1"/>
                </a:solidFill>
                <a:latin typeface="微软雅黑" panose="020B0503020204020204" pitchFamily="34" charset="-122"/>
                <a:ea typeface="微软雅黑" panose="020B0503020204020204" pitchFamily="34" charset="-122"/>
              </a:rPr>
              <a:t>容器集群</a:t>
            </a:r>
            <a:endParaRPr lang="zh-CN" altLang="en-US" sz="1050" b="0" dirty="0">
              <a:solidFill>
                <a:schemeClr val="tx1"/>
              </a:solidFill>
              <a:latin typeface="微软雅黑" panose="020B0503020204020204" pitchFamily="34" charset="-122"/>
              <a:ea typeface="微软雅黑" panose="020B0503020204020204" pitchFamily="34" charset="-122"/>
            </a:endParaRPr>
          </a:p>
        </p:txBody>
      </p:sp>
      <p:sp>
        <p:nvSpPr>
          <p:cNvPr id="37" name="TextBox 154">
            <a:extLst>
              <a:ext uri="{FF2B5EF4-FFF2-40B4-BE49-F238E27FC236}">
                <a16:creationId xmlns:a16="http://schemas.microsoft.com/office/drawing/2014/main" id="{DDE58853-A633-E45E-1B13-7108347B47DE}"/>
              </a:ext>
            </a:extLst>
          </p:cNvPr>
          <p:cNvSpPr txBox="1"/>
          <p:nvPr/>
        </p:nvSpPr>
        <p:spPr>
          <a:xfrm>
            <a:off x="7535976" y="3460271"/>
            <a:ext cx="888947" cy="246221"/>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1000" b="0">
                <a:solidFill>
                  <a:schemeClr val="tx1"/>
                </a:solidFill>
                <a:latin typeface="微软雅黑" panose="020B0503020204020204" pitchFamily="34" charset="-122"/>
                <a:ea typeface="微软雅黑" panose="020B0503020204020204" pitchFamily="34" charset="-122"/>
              </a:rPr>
              <a:t>FileServer</a:t>
            </a:r>
            <a:endParaRPr lang="zh-CN" altLang="en-US" sz="1000" b="0" dirty="0">
              <a:solidFill>
                <a:schemeClr val="tx1"/>
              </a:solidFill>
              <a:latin typeface="微软雅黑" panose="020B0503020204020204" pitchFamily="34" charset="-122"/>
              <a:ea typeface="微软雅黑" panose="020B0503020204020204" pitchFamily="34" charset="-122"/>
            </a:endParaRPr>
          </a:p>
        </p:txBody>
      </p:sp>
      <p:sp>
        <p:nvSpPr>
          <p:cNvPr id="71" name="TextBox 154">
            <a:extLst>
              <a:ext uri="{FF2B5EF4-FFF2-40B4-BE49-F238E27FC236}">
                <a16:creationId xmlns:a16="http://schemas.microsoft.com/office/drawing/2014/main" id="{1DC9BC3E-A1F0-8FB2-69DF-17F03D5946FD}"/>
              </a:ext>
            </a:extLst>
          </p:cNvPr>
          <p:cNvSpPr txBox="1"/>
          <p:nvPr/>
        </p:nvSpPr>
        <p:spPr>
          <a:xfrm>
            <a:off x="7562972" y="6098827"/>
            <a:ext cx="1115271" cy="407804"/>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gn="ctr">
              <a:lnSpc>
                <a:spcPct val="100000"/>
              </a:lnSpc>
            </a:pPr>
            <a:r>
              <a:rPr lang="en-US" altLang="zh-CN" sz="1050" b="0">
                <a:solidFill>
                  <a:schemeClr val="tx1"/>
                </a:solidFill>
                <a:latin typeface="微软雅黑" panose="020B0503020204020204" pitchFamily="34" charset="-122"/>
                <a:ea typeface="微软雅黑" panose="020B0503020204020204" pitchFamily="34" charset="-122"/>
              </a:rPr>
              <a:t>Redis</a:t>
            </a:r>
            <a:r>
              <a:rPr lang="zh-CN" altLang="en-US" sz="1050" b="0">
                <a:solidFill>
                  <a:schemeClr val="tx1"/>
                </a:solidFill>
                <a:latin typeface="微软雅黑" panose="020B0503020204020204" pitchFamily="34" charset="-122"/>
                <a:ea typeface="微软雅黑" panose="020B0503020204020204" pitchFamily="34" charset="-122"/>
              </a:rPr>
              <a:t>集群</a:t>
            </a:r>
            <a:endParaRPr lang="en-US" altLang="zh-CN" sz="1050" b="0">
              <a:solidFill>
                <a:schemeClr val="tx1"/>
              </a:solidFill>
              <a:latin typeface="微软雅黑" panose="020B0503020204020204" pitchFamily="34" charset="-122"/>
              <a:ea typeface="微软雅黑" panose="020B0503020204020204" pitchFamily="34" charset="-122"/>
            </a:endParaRPr>
          </a:p>
          <a:p>
            <a:pPr>
              <a:lnSpc>
                <a:spcPct val="100000"/>
              </a:lnSpc>
            </a:pPr>
            <a:r>
              <a:rPr lang="en-US" altLang="zh-CN" b="0">
                <a:solidFill>
                  <a:schemeClr val="tx1"/>
                </a:solidFill>
                <a:latin typeface="微软雅黑" panose="020B0503020204020204" pitchFamily="34" charset="-122"/>
                <a:ea typeface="微软雅黑" panose="020B0503020204020204" pitchFamily="34" charset="-122"/>
              </a:rPr>
              <a:t>(</a:t>
            </a:r>
            <a:r>
              <a:rPr lang="zh-CN" altLang="en-US" b="0">
                <a:solidFill>
                  <a:schemeClr val="tx1"/>
                </a:solidFill>
                <a:latin typeface="微软雅黑" panose="020B0503020204020204" pitchFamily="34" charset="-122"/>
                <a:ea typeface="微软雅黑" panose="020B0503020204020204" pitchFamily="34" charset="-122"/>
              </a:rPr>
              <a:t>会话</a:t>
            </a:r>
            <a:r>
              <a:rPr lang="en-US" altLang="zh-CN" b="0">
                <a:solidFill>
                  <a:schemeClr val="tx1"/>
                </a:solidFill>
                <a:latin typeface="微软雅黑" panose="020B0503020204020204" pitchFamily="34" charset="-122"/>
                <a:ea typeface="微软雅黑" panose="020B0503020204020204" pitchFamily="34" charset="-122"/>
              </a:rPr>
              <a:t>|</a:t>
            </a:r>
            <a:r>
              <a:rPr lang="zh-CN" altLang="en-US" b="0">
                <a:solidFill>
                  <a:schemeClr val="tx1"/>
                </a:solidFill>
                <a:latin typeface="微软雅黑" panose="020B0503020204020204" pitchFamily="34" charset="-122"/>
                <a:ea typeface="微软雅黑" panose="020B0503020204020204" pitchFamily="34" charset="-122"/>
              </a:rPr>
              <a:t>数据</a:t>
            </a:r>
            <a:r>
              <a:rPr lang="en-US" altLang="zh-CN" b="0">
                <a:solidFill>
                  <a:schemeClr val="tx1"/>
                </a:solidFill>
                <a:latin typeface="微软雅黑" panose="020B0503020204020204" pitchFamily="34" charset="-122"/>
                <a:ea typeface="微软雅黑" panose="020B0503020204020204" pitchFamily="34" charset="-122"/>
              </a:rPr>
              <a:t>|algo)</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78" name="TextBox 154">
            <a:extLst>
              <a:ext uri="{FF2B5EF4-FFF2-40B4-BE49-F238E27FC236}">
                <a16:creationId xmlns:a16="http://schemas.microsoft.com/office/drawing/2014/main" id="{069FD963-5005-FE89-485A-8ACF12AB235E}"/>
              </a:ext>
            </a:extLst>
          </p:cNvPr>
          <p:cNvSpPr txBox="1"/>
          <p:nvPr/>
        </p:nvSpPr>
        <p:spPr>
          <a:xfrm>
            <a:off x="4357033" y="1262796"/>
            <a:ext cx="1485503" cy="261610"/>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1050">
                <a:solidFill>
                  <a:schemeClr val="tx1"/>
                </a:solidFill>
                <a:latin typeface="微软雅黑" panose="020B0503020204020204" pitchFamily="34" charset="-122"/>
                <a:ea typeface="微软雅黑" panose="020B0503020204020204" pitchFamily="34" charset="-122"/>
              </a:rPr>
              <a:t>gPaaS</a:t>
            </a:r>
            <a:r>
              <a:rPr lang="zh-CN" altLang="en-US" sz="1050">
                <a:solidFill>
                  <a:schemeClr val="tx1"/>
                </a:solidFill>
                <a:latin typeface="微软雅黑" panose="020B0503020204020204" pitchFamily="34" charset="-122"/>
                <a:ea typeface="微软雅黑" panose="020B0503020204020204" pitchFamily="34" charset="-122"/>
              </a:rPr>
              <a:t>平台管理</a:t>
            </a:r>
            <a:endParaRPr lang="zh-CN" altLang="en-US" sz="1050" dirty="0">
              <a:solidFill>
                <a:schemeClr val="tx1"/>
              </a:solidFill>
              <a:latin typeface="微软雅黑" panose="020B0503020204020204" pitchFamily="34" charset="-122"/>
              <a:ea typeface="微软雅黑" panose="020B0503020204020204" pitchFamily="34" charset="-122"/>
            </a:endParaRPr>
          </a:p>
        </p:txBody>
      </p:sp>
      <p:sp>
        <p:nvSpPr>
          <p:cNvPr id="84" name="TextBox 154">
            <a:extLst>
              <a:ext uri="{FF2B5EF4-FFF2-40B4-BE49-F238E27FC236}">
                <a16:creationId xmlns:a16="http://schemas.microsoft.com/office/drawing/2014/main" id="{E5DDF0AB-4B0D-2075-8641-8F72AACCFFA3}"/>
              </a:ext>
            </a:extLst>
          </p:cNvPr>
          <p:cNvSpPr txBox="1"/>
          <p:nvPr/>
        </p:nvSpPr>
        <p:spPr>
          <a:xfrm>
            <a:off x="10628922" y="2262351"/>
            <a:ext cx="1175740" cy="261610"/>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1050" b="0">
                <a:solidFill>
                  <a:schemeClr val="tx1"/>
                </a:solidFill>
                <a:latin typeface="微软雅黑" panose="020B0503020204020204" pitchFamily="34" charset="-122"/>
                <a:ea typeface="微软雅黑" panose="020B0503020204020204" pitchFamily="34" charset="-122"/>
              </a:rPr>
              <a:t>PG</a:t>
            </a:r>
            <a:r>
              <a:rPr lang="zh-CN" altLang="en-US" sz="1050" b="0">
                <a:solidFill>
                  <a:schemeClr val="tx1"/>
                </a:solidFill>
                <a:latin typeface="微软雅黑" panose="020B0503020204020204" pitchFamily="34" charset="-122"/>
                <a:ea typeface="微软雅黑" panose="020B0503020204020204" pitchFamily="34" charset="-122"/>
              </a:rPr>
              <a:t>数据库</a:t>
            </a:r>
            <a:endParaRPr lang="zh-CN" altLang="en-US" sz="1050" b="0" dirty="0">
              <a:solidFill>
                <a:schemeClr val="tx1"/>
              </a:solidFill>
              <a:latin typeface="微软雅黑" panose="020B0503020204020204" pitchFamily="34" charset="-122"/>
              <a:ea typeface="微软雅黑" panose="020B0503020204020204" pitchFamily="34" charset="-122"/>
            </a:endParaRPr>
          </a:p>
        </p:txBody>
      </p:sp>
      <p:cxnSp>
        <p:nvCxnSpPr>
          <p:cNvPr id="85" name="直接连接符 84">
            <a:extLst>
              <a:ext uri="{FF2B5EF4-FFF2-40B4-BE49-F238E27FC236}">
                <a16:creationId xmlns:a16="http://schemas.microsoft.com/office/drawing/2014/main" id="{5F2AB3CF-24A2-E3EA-4E8D-5252506E16F2}"/>
              </a:ext>
            </a:extLst>
          </p:cNvPr>
          <p:cNvCxnSpPr>
            <a:cxnSpLocks/>
          </p:cNvCxnSpPr>
          <p:nvPr/>
        </p:nvCxnSpPr>
        <p:spPr>
          <a:xfrm flipH="1">
            <a:off x="1519412" y="827648"/>
            <a:ext cx="44577" cy="5810995"/>
          </a:xfrm>
          <a:prstGeom prst="line">
            <a:avLst/>
          </a:prstGeom>
          <a:ln w="1587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88" name="Straight Connector 35">
            <a:extLst>
              <a:ext uri="{FF2B5EF4-FFF2-40B4-BE49-F238E27FC236}">
                <a16:creationId xmlns:a16="http://schemas.microsoft.com/office/drawing/2014/main" id="{199B8A3D-5EC0-7EA4-AEEB-98AE104DF096}"/>
              </a:ext>
            </a:extLst>
          </p:cNvPr>
          <p:cNvCxnSpPr>
            <a:cxnSpLocks/>
          </p:cNvCxnSpPr>
          <p:nvPr/>
        </p:nvCxnSpPr>
        <p:spPr>
          <a:xfrm flipH="1" flipV="1">
            <a:off x="822951" y="3707919"/>
            <a:ext cx="1009525" cy="3956"/>
          </a:xfrm>
          <a:prstGeom prst="line">
            <a:avLst/>
          </a:prstGeom>
          <a:ln w="12700">
            <a:solidFill>
              <a:srgbClr val="C270AA"/>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95" name="Straight Connector 35">
            <a:extLst>
              <a:ext uri="{FF2B5EF4-FFF2-40B4-BE49-F238E27FC236}">
                <a16:creationId xmlns:a16="http://schemas.microsoft.com/office/drawing/2014/main" id="{D2DCC159-9BC9-BB95-0D55-0C2298270B6C}"/>
              </a:ext>
            </a:extLst>
          </p:cNvPr>
          <p:cNvCxnSpPr>
            <a:cxnSpLocks/>
          </p:cNvCxnSpPr>
          <p:nvPr/>
        </p:nvCxnSpPr>
        <p:spPr>
          <a:xfrm flipH="1">
            <a:off x="2198618" y="3306080"/>
            <a:ext cx="763463" cy="405795"/>
          </a:xfrm>
          <a:prstGeom prst="line">
            <a:avLst/>
          </a:prstGeom>
          <a:ln w="12700">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98" name="Straight Connector 35">
            <a:extLst>
              <a:ext uri="{FF2B5EF4-FFF2-40B4-BE49-F238E27FC236}">
                <a16:creationId xmlns:a16="http://schemas.microsoft.com/office/drawing/2014/main" id="{1711B720-B094-0964-0F0B-8DB8B999E1FF}"/>
              </a:ext>
            </a:extLst>
          </p:cNvPr>
          <p:cNvCxnSpPr>
            <a:cxnSpLocks/>
          </p:cNvCxnSpPr>
          <p:nvPr/>
        </p:nvCxnSpPr>
        <p:spPr>
          <a:xfrm flipH="1" flipV="1">
            <a:off x="2198618" y="3711875"/>
            <a:ext cx="772645" cy="465563"/>
          </a:xfrm>
          <a:prstGeom prst="line">
            <a:avLst/>
          </a:prstGeom>
          <a:ln w="12700">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137" name="TextBox 154">
            <a:extLst>
              <a:ext uri="{FF2B5EF4-FFF2-40B4-BE49-F238E27FC236}">
                <a16:creationId xmlns:a16="http://schemas.microsoft.com/office/drawing/2014/main" id="{F0AC5521-8094-87E9-1AA8-900D57A5F867}"/>
              </a:ext>
            </a:extLst>
          </p:cNvPr>
          <p:cNvSpPr txBox="1"/>
          <p:nvPr/>
        </p:nvSpPr>
        <p:spPr>
          <a:xfrm>
            <a:off x="6054324" y="1267495"/>
            <a:ext cx="1927947" cy="261610"/>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1050" b="0">
                <a:solidFill>
                  <a:schemeClr val="tx1"/>
                </a:solidFill>
                <a:latin typeface="微软雅黑" panose="020B0503020204020204" pitchFamily="34" charset="-122"/>
                <a:ea typeface="微软雅黑" panose="020B0503020204020204" pitchFamily="34" charset="-122"/>
              </a:rPr>
              <a:t>附件预览</a:t>
            </a:r>
            <a:r>
              <a:rPr lang="en-US" altLang="zh-CN" sz="1050" b="0">
                <a:solidFill>
                  <a:schemeClr val="tx1"/>
                </a:solidFill>
                <a:latin typeface="微软雅黑" panose="020B0503020204020204" pitchFamily="34" charset="-122"/>
                <a:ea typeface="微软雅黑" panose="020B0503020204020204" pitchFamily="34" charset="-122"/>
              </a:rPr>
              <a:t>(windows)</a:t>
            </a:r>
            <a:endParaRPr lang="zh-CN" altLang="en-US" sz="1050" b="0" dirty="0">
              <a:solidFill>
                <a:schemeClr val="tx1"/>
              </a:solidFill>
              <a:latin typeface="微软雅黑" panose="020B0503020204020204" pitchFamily="34" charset="-122"/>
              <a:ea typeface="微软雅黑" panose="020B0503020204020204" pitchFamily="34" charset="-122"/>
            </a:endParaRPr>
          </a:p>
        </p:txBody>
      </p:sp>
      <p:sp>
        <p:nvSpPr>
          <p:cNvPr id="138" name="TextBox 154">
            <a:extLst>
              <a:ext uri="{FF2B5EF4-FFF2-40B4-BE49-F238E27FC236}">
                <a16:creationId xmlns:a16="http://schemas.microsoft.com/office/drawing/2014/main" id="{1C0F55E1-B325-3D44-03C2-DF9A751B7758}"/>
              </a:ext>
            </a:extLst>
          </p:cNvPr>
          <p:cNvSpPr txBox="1"/>
          <p:nvPr/>
        </p:nvSpPr>
        <p:spPr>
          <a:xfrm>
            <a:off x="6404516" y="1631483"/>
            <a:ext cx="1288149" cy="523028"/>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marL="95998" indent="-95998">
              <a:lnSpc>
                <a:spcPct val="100000"/>
              </a:lnSpc>
              <a:buFont typeface="Arial" panose="020B0604020202020204" pitchFamily="34" charset="0"/>
              <a:buChar char="•"/>
            </a:pPr>
            <a:r>
              <a:rPr lang="en-US" altLang="zh-CN" sz="933" b="0">
                <a:solidFill>
                  <a:schemeClr val="tx1"/>
                </a:solidFill>
                <a:latin typeface="微软雅黑" panose="020B0503020204020204" pitchFamily="34" charset="-122"/>
                <a:ea typeface="微软雅黑" panose="020B0503020204020204" pitchFamily="34" charset="-122"/>
              </a:rPr>
              <a:t>office</a:t>
            </a:r>
          </a:p>
          <a:p>
            <a:pPr marL="95998" indent="-95998">
              <a:lnSpc>
                <a:spcPct val="100000"/>
              </a:lnSpc>
              <a:buFont typeface="Arial" panose="020B0604020202020204" pitchFamily="34" charset="0"/>
              <a:buChar char="•"/>
            </a:pPr>
            <a:r>
              <a:rPr lang="en-US" altLang="zh-CN" sz="933" b="0">
                <a:solidFill>
                  <a:schemeClr val="tx1"/>
                </a:solidFill>
                <a:latin typeface="微软雅黑" panose="020B0503020204020204" pitchFamily="34" charset="-122"/>
                <a:ea typeface="微软雅黑" panose="020B0503020204020204" pitchFamily="34" charset="-122"/>
              </a:rPr>
              <a:t>Convert</a:t>
            </a:r>
            <a:r>
              <a:rPr lang="zh-CN" altLang="en-US" sz="933" b="0">
                <a:solidFill>
                  <a:schemeClr val="tx1"/>
                </a:solidFill>
                <a:latin typeface="微软雅黑" panose="020B0503020204020204" pitchFamily="34" charset="-122"/>
                <a:ea typeface="微软雅黑" panose="020B0503020204020204" pitchFamily="34" charset="-122"/>
              </a:rPr>
              <a:t>转换插件</a:t>
            </a:r>
            <a:endParaRPr lang="en-US" altLang="zh-CN" sz="933" b="0">
              <a:solidFill>
                <a:schemeClr val="tx1"/>
              </a:solidFill>
              <a:latin typeface="微软雅黑" panose="020B0503020204020204" pitchFamily="34" charset="-122"/>
              <a:ea typeface="微软雅黑" panose="020B0503020204020204" pitchFamily="34" charset="-122"/>
            </a:endParaRPr>
          </a:p>
          <a:p>
            <a:pPr>
              <a:lnSpc>
                <a:spcPct val="100000"/>
              </a:lnSpc>
            </a:pPr>
            <a:endParaRPr lang="zh-CN" altLang="en-US" sz="933" b="0" dirty="0">
              <a:solidFill>
                <a:schemeClr val="tx1"/>
              </a:solidFill>
            </a:endParaRPr>
          </a:p>
        </p:txBody>
      </p:sp>
      <p:sp>
        <p:nvSpPr>
          <p:cNvPr id="143" name="TextBox 154">
            <a:extLst>
              <a:ext uri="{FF2B5EF4-FFF2-40B4-BE49-F238E27FC236}">
                <a16:creationId xmlns:a16="http://schemas.microsoft.com/office/drawing/2014/main" id="{4040510E-CDB1-BA19-78FB-F315A7227320}"/>
              </a:ext>
            </a:extLst>
          </p:cNvPr>
          <p:cNvSpPr txBox="1"/>
          <p:nvPr/>
        </p:nvSpPr>
        <p:spPr>
          <a:xfrm>
            <a:off x="10560579" y="3952467"/>
            <a:ext cx="1089444" cy="261610"/>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1050" b="0">
                <a:solidFill>
                  <a:schemeClr val="tx1"/>
                </a:solidFill>
                <a:latin typeface="微软雅黑" panose="020B0503020204020204" pitchFamily="34" charset="-122"/>
                <a:ea typeface="微软雅黑" panose="020B0503020204020204" pitchFamily="34" charset="-122"/>
              </a:rPr>
              <a:t>多维数据库</a:t>
            </a:r>
            <a:endParaRPr lang="zh-CN" altLang="en-US" sz="1050" b="0" dirty="0">
              <a:solidFill>
                <a:schemeClr val="tx1"/>
              </a:solidFill>
              <a:latin typeface="微软雅黑" panose="020B0503020204020204" pitchFamily="34" charset="-122"/>
              <a:ea typeface="微软雅黑" panose="020B0503020204020204" pitchFamily="34" charset="-122"/>
            </a:endParaRPr>
          </a:p>
        </p:txBody>
      </p:sp>
      <p:cxnSp>
        <p:nvCxnSpPr>
          <p:cNvPr id="144" name="Straight Connector 35">
            <a:extLst>
              <a:ext uri="{FF2B5EF4-FFF2-40B4-BE49-F238E27FC236}">
                <a16:creationId xmlns:a16="http://schemas.microsoft.com/office/drawing/2014/main" id="{ECAB7CF3-4C2E-E7C7-1F24-220604FBA78B}"/>
              </a:ext>
            </a:extLst>
          </p:cNvPr>
          <p:cNvCxnSpPr>
            <a:cxnSpLocks/>
          </p:cNvCxnSpPr>
          <p:nvPr/>
        </p:nvCxnSpPr>
        <p:spPr>
          <a:xfrm rot="16200000" flipV="1">
            <a:off x="4684554" y="2255405"/>
            <a:ext cx="495671" cy="177819"/>
          </a:xfrm>
          <a:prstGeom prst="bentConnector3">
            <a:avLst>
              <a:gd name="adj1" fmla="val 50000"/>
            </a:avLst>
          </a:prstGeom>
          <a:ln w="12700">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157" name="TextBox 154">
            <a:extLst>
              <a:ext uri="{FF2B5EF4-FFF2-40B4-BE49-F238E27FC236}">
                <a16:creationId xmlns:a16="http://schemas.microsoft.com/office/drawing/2014/main" id="{3A502633-2F57-D3C6-BD55-71A9B21D7DA0}"/>
              </a:ext>
            </a:extLst>
          </p:cNvPr>
          <p:cNvSpPr txBox="1"/>
          <p:nvPr/>
        </p:nvSpPr>
        <p:spPr>
          <a:xfrm>
            <a:off x="3860561" y="5747053"/>
            <a:ext cx="1188029"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1200" b="0">
                <a:solidFill>
                  <a:schemeClr val="tx1"/>
                </a:solidFill>
                <a:latin typeface="微软雅黑" panose="020B0503020204020204" pitchFamily="34" charset="-122"/>
                <a:ea typeface="微软雅黑" panose="020B0503020204020204" pitchFamily="34" charset="-122"/>
              </a:rPr>
              <a:t>NAS</a:t>
            </a:r>
            <a:r>
              <a:rPr lang="zh-CN" altLang="en-US" sz="1200" b="0">
                <a:solidFill>
                  <a:schemeClr val="tx1"/>
                </a:solidFill>
                <a:latin typeface="微软雅黑" panose="020B0503020204020204" pitchFamily="34" charset="-122"/>
                <a:ea typeface="微软雅黑" panose="020B0503020204020204" pitchFamily="34" charset="-122"/>
              </a:rPr>
              <a:t>共享存储</a:t>
            </a:r>
            <a:endParaRPr lang="zh-CN" altLang="en-US" sz="1200" b="0" dirty="0">
              <a:solidFill>
                <a:schemeClr val="tx1"/>
              </a:solidFill>
              <a:latin typeface="微软雅黑" panose="020B0503020204020204" pitchFamily="34" charset="-122"/>
              <a:ea typeface="微软雅黑" panose="020B0503020204020204" pitchFamily="34" charset="-122"/>
            </a:endParaRPr>
          </a:p>
        </p:txBody>
      </p:sp>
      <p:sp>
        <p:nvSpPr>
          <p:cNvPr id="158" name="TextBox 154">
            <a:extLst>
              <a:ext uri="{FF2B5EF4-FFF2-40B4-BE49-F238E27FC236}">
                <a16:creationId xmlns:a16="http://schemas.microsoft.com/office/drawing/2014/main" id="{E56D9FB9-ACF5-D386-35FA-6EF87ACA6D3C}"/>
              </a:ext>
            </a:extLst>
          </p:cNvPr>
          <p:cNvSpPr txBox="1"/>
          <p:nvPr/>
        </p:nvSpPr>
        <p:spPr>
          <a:xfrm>
            <a:off x="3988295" y="5984890"/>
            <a:ext cx="829325" cy="600164"/>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marL="95998" indent="-95998">
              <a:lnSpc>
                <a:spcPct val="100000"/>
              </a:lnSpc>
              <a:buFont typeface="Arial" panose="020B0604020202020204" pitchFamily="34" charset="0"/>
              <a:buChar char="•"/>
            </a:pPr>
            <a:r>
              <a:rPr lang="zh-CN" altLang="en-US" sz="800" b="0">
                <a:solidFill>
                  <a:schemeClr val="tx1"/>
                </a:solidFill>
                <a:latin typeface="微软雅黑" panose="020B0503020204020204" pitchFamily="34" charset="-122"/>
                <a:ea typeface="微软雅黑" panose="020B0503020204020204" pitchFamily="34" charset="-122"/>
              </a:rPr>
              <a:t>图片附件</a:t>
            </a:r>
            <a:endParaRPr lang="en-US" altLang="zh-CN" sz="800" b="0">
              <a:solidFill>
                <a:schemeClr val="tx1"/>
              </a:solidFill>
              <a:latin typeface="微软雅黑" panose="020B0503020204020204" pitchFamily="34" charset="-122"/>
              <a:ea typeface="微软雅黑" panose="020B0503020204020204" pitchFamily="34" charset="-122"/>
            </a:endParaRPr>
          </a:p>
          <a:p>
            <a:pPr marL="95998" indent="-95998">
              <a:lnSpc>
                <a:spcPct val="100000"/>
              </a:lnSpc>
              <a:buFont typeface="Arial" panose="020B0604020202020204" pitchFamily="34" charset="0"/>
              <a:buChar char="•"/>
            </a:pPr>
            <a:r>
              <a:rPr lang="zh-CN" altLang="en-US" sz="800" b="0">
                <a:solidFill>
                  <a:schemeClr val="tx1"/>
                </a:solidFill>
                <a:latin typeface="微软雅黑" panose="020B0503020204020204" pitchFamily="34" charset="-122"/>
                <a:ea typeface="微软雅黑" panose="020B0503020204020204" pitchFamily="34" charset="-122"/>
              </a:rPr>
              <a:t>轻分析数据</a:t>
            </a:r>
            <a:endParaRPr lang="en-US" altLang="zh-CN" sz="800" b="0">
              <a:solidFill>
                <a:schemeClr val="tx1"/>
              </a:solidFill>
              <a:latin typeface="微软雅黑" panose="020B0503020204020204" pitchFamily="34" charset="-122"/>
              <a:ea typeface="微软雅黑" panose="020B0503020204020204" pitchFamily="34" charset="-122"/>
            </a:endParaRPr>
          </a:p>
          <a:p>
            <a:pPr marL="95998" indent="-95998">
              <a:lnSpc>
                <a:spcPct val="100000"/>
              </a:lnSpc>
              <a:buFont typeface="Arial" panose="020B0604020202020204" pitchFamily="34" charset="0"/>
              <a:buChar char="•"/>
            </a:pPr>
            <a:r>
              <a:rPr lang="zh-CN" altLang="en-US" sz="800" b="0">
                <a:solidFill>
                  <a:schemeClr val="tx1"/>
                </a:solidFill>
                <a:latin typeface="微软雅黑" panose="020B0503020204020204" pitchFamily="34" charset="-122"/>
                <a:ea typeface="微软雅黑" panose="020B0503020204020204" pitchFamily="34" charset="-122"/>
              </a:rPr>
              <a:t>静态资源</a:t>
            </a:r>
            <a:endParaRPr lang="en-US" altLang="zh-CN" sz="800" b="0">
              <a:solidFill>
                <a:schemeClr val="tx1"/>
              </a:solidFill>
              <a:latin typeface="微软雅黑" panose="020B0503020204020204" pitchFamily="34" charset="-122"/>
              <a:ea typeface="微软雅黑" panose="020B0503020204020204" pitchFamily="34" charset="-122"/>
            </a:endParaRPr>
          </a:p>
          <a:p>
            <a:pPr marL="95998" indent="-95998">
              <a:lnSpc>
                <a:spcPct val="100000"/>
              </a:lnSpc>
              <a:buFont typeface="Arial" panose="020B0604020202020204" pitchFamily="34" charset="0"/>
              <a:buChar char="•"/>
            </a:pPr>
            <a:r>
              <a:rPr lang="en-US" altLang="zh-CN" sz="800" b="0">
                <a:solidFill>
                  <a:schemeClr val="tx1"/>
                </a:solidFill>
                <a:latin typeface="微软雅黑" panose="020B0503020204020204" pitchFamily="34" charset="-122"/>
                <a:ea typeface="微软雅黑" panose="020B0503020204020204" pitchFamily="34" charset="-122"/>
              </a:rPr>
              <a:t>Appstore</a:t>
            </a:r>
            <a:endParaRPr lang="zh-CN" altLang="en-US" sz="800" b="0" dirty="0">
              <a:solidFill>
                <a:schemeClr val="tx1"/>
              </a:solidFill>
              <a:latin typeface="微软雅黑" panose="020B0503020204020204" pitchFamily="34" charset="-122"/>
              <a:ea typeface="微软雅黑" panose="020B0503020204020204" pitchFamily="34" charset="-122"/>
            </a:endParaRPr>
          </a:p>
        </p:txBody>
      </p:sp>
      <p:sp>
        <p:nvSpPr>
          <p:cNvPr id="162" name="矩形 161">
            <a:extLst>
              <a:ext uri="{FF2B5EF4-FFF2-40B4-BE49-F238E27FC236}">
                <a16:creationId xmlns:a16="http://schemas.microsoft.com/office/drawing/2014/main" id="{43A19280-A669-EFDE-54DE-A7ABF266710D}"/>
              </a:ext>
            </a:extLst>
          </p:cNvPr>
          <p:cNvSpPr/>
          <p:nvPr/>
        </p:nvSpPr>
        <p:spPr>
          <a:xfrm>
            <a:off x="6983342" y="2869054"/>
            <a:ext cx="1369740" cy="1476257"/>
          </a:xfrm>
          <a:prstGeom prst="rect">
            <a:avLst/>
          </a:prstGeom>
          <a:noFill/>
          <a:ln w="6350" cap="flat" cmpd="sng" algn="ctr">
            <a:solidFill>
              <a:schemeClr val="tx1"/>
            </a:solidFill>
            <a:prstDash val="dash"/>
            <a:miter lim="800000"/>
          </a:ln>
          <a:effectLst/>
        </p:spPr>
        <p:txBody>
          <a:bodyPr lIns="68580" tIns="34291" rIns="68580" bIns="34291" rtlCol="0" anchor="ctr"/>
          <a:lstStyle/>
          <a:p>
            <a:pPr algn="ctr" defTabSz="685783">
              <a:defRPr/>
            </a:pPr>
            <a:endParaRPr lang="zh-CN" altLang="en-US" sz="1200" kern="0">
              <a:latin typeface="微软雅黑" panose="020B0503020204020204" charset="-122"/>
              <a:ea typeface="微软雅黑" panose="020B0503020204020204" charset="-122"/>
            </a:endParaRPr>
          </a:p>
        </p:txBody>
      </p:sp>
      <p:sp>
        <p:nvSpPr>
          <p:cNvPr id="163" name="TextBox 154">
            <a:extLst>
              <a:ext uri="{FF2B5EF4-FFF2-40B4-BE49-F238E27FC236}">
                <a16:creationId xmlns:a16="http://schemas.microsoft.com/office/drawing/2014/main" id="{7961FA27-D4B6-4F83-F8F3-0FC33C9DD065}"/>
              </a:ext>
            </a:extLst>
          </p:cNvPr>
          <p:cNvSpPr txBox="1"/>
          <p:nvPr/>
        </p:nvSpPr>
        <p:spPr>
          <a:xfrm>
            <a:off x="7275694" y="2864109"/>
            <a:ext cx="1182013" cy="261610"/>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1050" b="0">
                <a:solidFill>
                  <a:schemeClr val="tx1"/>
                </a:solidFill>
                <a:latin typeface="微软雅黑" panose="020B0503020204020204" pitchFamily="34" charset="-122"/>
                <a:ea typeface="微软雅黑" panose="020B0503020204020204" pitchFamily="34" charset="-122"/>
              </a:rPr>
              <a:t>苍穹平台</a:t>
            </a:r>
            <a:endParaRPr lang="zh-CN" altLang="en-US" sz="1050" b="0" dirty="0">
              <a:solidFill>
                <a:schemeClr val="tx1"/>
              </a:solidFill>
              <a:latin typeface="微软雅黑" panose="020B0503020204020204" pitchFamily="34" charset="-122"/>
              <a:ea typeface="微软雅黑" panose="020B0503020204020204" pitchFamily="34" charset="-122"/>
            </a:endParaRPr>
          </a:p>
        </p:txBody>
      </p:sp>
      <p:sp>
        <p:nvSpPr>
          <p:cNvPr id="173" name="TextBox 154">
            <a:extLst>
              <a:ext uri="{FF2B5EF4-FFF2-40B4-BE49-F238E27FC236}">
                <a16:creationId xmlns:a16="http://schemas.microsoft.com/office/drawing/2014/main" id="{872FF426-048F-E574-642A-AB4AA6D0B85E}"/>
              </a:ext>
            </a:extLst>
          </p:cNvPr>
          <p:cNvSpPr txBox="1"/>
          <p:nvPr/>
        </p:nvSpPr>
        <p:spPr>
          <a:xfrm>
            <a:off x="7075528" y="4015305"/>
            <a:ext cx="531683" cy="246221"/>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1000" b="0">
                <a:solidFill>
                  <a:schemeClr val="tx1"/>
                </a:solidFill>
                <a:latin typeface="微软雅黑" panose="020B0503020204020204" pitchFamily="34" charset="-122"/>
                <a:ea typeface="微软雅黑" panose="020B0503020204020204" pitchFamily="34" charset="-122"/>
              </a:rPr>
              <a:t>基础</a:t>
            </a:r>
            <a:endParaRPr lang="zh-CN" altLang="en-US" sz="1000" b="0" dirty="0">
              <a:solidFill>
                <a:schemeClr val="tx1"/>
              </a:solidFill>
              <a:latin typeface="微软雅黑" panose="020B0503020204020204" pitchFamily="34" charset="-122"/>
              <a:ea typeface="微软雅黑" panose="020B0503020204020204" pitchFamily="34" charset="-122"/>
            </a:endParaRPr>
          </a:p>
        </p:txBody>
      </p:sp>
      <p:sp>
        <p:nvSpPr>
          <p:cNvPr id="175" name="TextBox 154">
            <a:extLst>
              <a:ext uri="{FF2B5EF4-FFF2-40B4-BE49-F238E27FC236}">
                <a16:creationId xmlns:a16="http://schemas.microsoft.com/office/drawing/2014/main" id="{618614E2-EA51-29C7-2116-2D5FEDF01C07}"/>
              </a:ext>
            </a:extLst>
          </p:cNvPr>
          <p:cNvSpPr txBox="1"/>
          <p:nvPr/>
        </p:nvSpPr>
        <p:spPr>
          <a:xfrm>
            <a:off x="7588593" y="4022957"/>
            <a:ext cx="888947" cy="246221"/>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1000" b="0">
                <a:solidFill>
                  <a:schemeClr val="tx1"/>
                </a:solidFill>
                <a:latin typeface="微软雅黑" panose="020B0503020204020204" pitchFamily="34" charset="-122"/>
                <a:ea typeface="微软雅黑" panose="020B0503020204020204" pitchFamily="34" charset="-122"/>
              </a:rPr>
              <a:t>工作流</a:t>
            </a:r>
            <a:endParaRPr lang="zh-CN" altLang="en-US" sz="1000" b="0" dirty="0">
              <a:solidFill>
                <a:schemeClr val="tx1"/>
              </a:solidFill>
              <a:latin typeface="微软雅黑" panose="020B0503020204020204" pitchFamily="34" charset="-122"/>
              <a:ea typeface="微软雅黑" panose="020B0503020204020204" pitchFamily="34" charset="-122"/>
            </a:endParaRPr>
          </a:p>
        </p:txBody>
      </p:sp>
      <p:sp>
        <p:nvSpPr>
          <p:cNvPr id="179" name="矩形 178">
            <a:extLst>
              <a:ext uri="{FF2B5EF4-FFF2-40B4-BE49-F238E27FC236}">
                <a16:creationId xmlns:a16="http://schemas.microsoft.com/office/drawing/2014/main" id="{773D7056-BB20-2074-10F7-A0D0AFCF5837}"/>
              </a:ext>
            </a:extLst>
          </p:cNvPr>
          <p:cNvSpPr/>
          <p:nvPr/>
        </p:nvSpPr>
        <p:spPr>
          <a:xfrm>
            <a:off x="5741097" y="2864110"/>
            <a:ext cx="1092356" cy="1481201"/>
          </a:xfrm>
          <a:prstGeom prst="rect">
            <a:avLst/>
          </a:prstGeom>
          <a:noFill/>
          <a:ln w="6350" cap="flat" cmpd="sng" algn="ctr">
            <a:solidFill>
              <a:schemeClr val="tx1"/>
            </a:solidFill>
            <a:prstDash val="dash"/>
            <a:miter lim="800000"/>
          </a:ln>
          <a:effectLst/>
        </p:spPr>
        <p:txBody>
          <a:bodyPr lIns="68580" tIns="34291" rIns="68580" bIns="34291" rtlCol="0" anchor="ctr"/>
          <a:lstStyle/>
          <a:p>
            <a:pPr algn="ctr" defTabSz="685783">
              <a:defRPr/>
            </a:pPr>
            <a:endParaRPr lang="zh-CN" altLang="en-US" sz="1200" kern="0">
              <a:latin typeface="微软雅黑" panose="020B0503020204020204" charset="-122"/>
              <a:ea typeface="微软雅黑" panose="020B0503020204020204" charset="-122"/>
            </a:endParaRPr>
          </a:p>
        </p:txBody>
      </p:sp>
      <p:sp>
        <p:nvSpPr>
          <p:cNvPr id="181" name="TextBox 154">
            <a:extLst>
              <a:ext uri="{FF2B5EF4-FFF2-40B4-BE49-F238E27FC236}">
                <a16:creationId xmlns:a16="http://schemas.microsoft.com/office/drawing/2014/main" id="{8FDAE4B3-101F-75F7-E81A-A4FE2785F259}"/>
              </a:ext>
            </a:extLst>
          </p:cNvPr>
          <p:cNvSpPr txBox="1"/>
          <p:nvPr/>
        </p:nvSpPr>
        <p:spPr>
          <a:xfrm>
            <a:off x="7008309" y="3461577"/>
            <a:ext cx="730935" cy="246221"/>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1000" b="0">
                <a:solidFill>
                  <a:schemeClr val="tx1"/>
                </a:solidFill>
                <a:latin typeface="微软雅黑" panose="020B0503020204020204" pitchFamily="34" charset="-122"/>
                <a:ea typeface="微软雅黑" panose="020B0503020204020204" pitchFamily="34" charset="-122"/>
              </a:rPr>
              <a:t>轻分析</a:t>
            </a:r>
            <a:endParaRPr lang="zh-CN" altLang="en-US" sz="1000" b="0" dirty="0">
              <a:solidFill>
                <a:schemeClr val="tx1"/>
              </a:solidFill>
              <a:latin typeface="微软雅黑" panose="020B0503020204020204" pitchFamily="34" charset="-122"/>
              <a:ea typeface="微软雅黑" panose="020B0503020204020204" pitchFamily="34" charset="-122"/>
            </a:endParaRPr>
          </a:p>
        </p:txBody>
      </p:sp>
      <p:sp>
        <p:nvSpPr>
          <p:cNvPr id="184" name="TextBox 154">
            <a:extLst>
              <a:ext uri="{FF2B5EF4-FFF2-40B4-BE49-F238E27FC236}">
                <a16:creationId xmlns:a16="http://schemas.microsoft.com/office/drawing/2014/main" id="{D62CB88E-B511-C858-8743-8768B8027ADD}"/>
              </a:ext>
            </a:extLst>
          </p:cNvPr>
          <p:cNvSpPr txBox="1"/>
          <p:nvPr/>
        </p:nvSpPr>
        <p:spPr>
          <a:xfrm>
            <a:off x="5852842" y="2875744"/>
            <a:ext cx="926343" cy="261610"/>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1050" b="0">
                <a:solidFill>
                  <a:schemeClr val="tx1"/>
                </a:solidFill>
                <a:latin typeface="微软雅黑" panose="020B0503020204020204" pitchFamily="34" charset="-122"/>
                <a:ea typeface="微软雅黑" panose="020B0503020204020204" pitchFamily="34" charset="-122"/>
              </a:rPr>
              <a:t>星瀚应用</a:t>
            </a:r>
            <a:endParaRPr lang="zh-CN" altLang="en-US" sz="1050" b="0" dirty="0">
              <a:solidFill>
                <a:schemeClr val="tx1"/>
              </a:solidFill>
              <a:latin typeface="微软雅黑" panose="020B0503020204020204" pitchFamily="34" charset="-122"/>
              <a:ea typeface="微软雅黑" panose="020B0503020204020204" pitchFamily="34" charset="-122"/>
            </a:endParaRPr>
          </a:p>
        </p:txBody>
      </p:sp>
      <p:sp>
        <p:nvSpPr>
          <p:cNvPr id="185" name="TextBox 154">
            <a:extLst>
              <a:ext uri="{FF2B5EF4-FFF2-40B4-BE49-F238E27FC236}">
                <a16:creationId xmlns:a16="http://schemas.microsoft.com/office/drawing/2014/main" id="{FFEE574B-0359-D812-0363-63C6E701E2AA}"/>
              </a:ext>
            </a:extLst>
          </p:cNvPr>
          <p:cNvSpPr txBox="1"/>
          <p:nvPr/>
        </p:nvSpPr>
        <p:spPr>
          <a:xfrm>
            <a:off x="5730064" y="3463665"/>
            <a:ext cx="464299" cy="246221"/>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1000" b="0">
                <a:solidFill>
                  <a:schemeClr val="tx1"/>
                </a:solidFill>
                <a:latin typeface="微软雅黑" panose="020B0503020204020204" pitchFamily="34" charset="-122"/>
                <a:ea typeface="微软雅黑" panose="020B0503020204020204" pitchFamily="34" charset="-122"/>
              </a:rPr>
              <a:t>财务</a:t>
            </a:r>
            <a:endParaRPr lang="zh-CN" altLang="en-US" sz="1000" b="0" dirty="0">
              <a:solidFill>
                <a:schemeClr val="tx1"/>
              </a:solidFill>
              <a:latin typeface="微软雅黑" panose="020B0503020204020204" pitchFamily="34" charset="-122"/>
              <a:ea typeface="微软雅黑" panose="020B0503020204020204" pitchFamily="34" charset="-122"/>
            </a:endParaRPr>
          </a:p>
        </p:txBody>
      </p:sp>
      <p:sp>
        <p:nvSpPr>
          <p:cNvPr id="187" name="TextBox 154">
            <a:extLst>
              <a:ext uri="{FF2B5EF4-FFF2-40B4-BE49-F238E27FC236}">
                <a16:creationId xmlns:a16="http://schemas.microsoft.com/office/drawing/2014/main" id="{691309EA-772E-CBC6-B6AE-FCDDB14E8D89}"/>
              </a:ext>
            </a:extLst>
          </p:cNvPr>
          <p:cNvSpPr txBox="1"/>
          <p:nvPr/>
        </p:nvSpPr>
        <p:spPr>
          <a:xfrm>
            <a:off x="6268561" y="3456963"/>
            <a:ext cx="632177" cy="246221"/>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1000" b="0">
                <a:solidFill>
                  <a:schemeClr val="tx1"/>
                </a:solidFill>
                <a:latin typeface="微软雅黑" panose="020B0503020204020204" pitchFamily="34" charset="-122"/>
                <a:ea typeface="微软雅黑" panose="020B0503020204020204" pitchFamily="34" charset="-122"/>
              </a:rPr>
              <a:t>供应链</a:t>
            </a:r>
            <a:endParaRPr lang="zh-CN" altLang="en-US" sz="1000" b="0" dirty="0">
              <a:solidFill>
                <a:schemeClr val="tx1"/>
              </a:solidFill>
              <a:latin typeface="微软雅黑" panose="020B0503020204020204" pitchFamily="34" charset="-122"/>
              <a:ea typeface="微软雅黑" panose="020B0503020204020204" pitchFamily="34" charset="-122"/>
            </a:endParaRPr>
          </a:p>
        </p:txBody>
      </p:sp>
      <p:sp>
        <p:nvSpPr>
          <p:cNvPr id="189" name="TextBox 154">
            <a:extLst>
              <a:ext uri="{FF2B5EF4-FFF2-40B4-BE49-F238E27FC236}">
                <a16:creationId xmlns:a16="http://schemas.microsoft.com/office/drawing/2014/main" id="{C4BE7A09-2443-3D46-1F14-2A8C71224325}"/>
              </a:ext>
            </a:extLst>
          </p:cNvPr>
          <p:cNvSpPr txBox="1"/>
          <p:nvPr/>
        </p:nvSpPr>
        <p:spPr>
          <a:xfrm>
            <a:off x="6426195" y="3995697"/>
            <a:ext cx="464299" cy="256545"/>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1067" b="0">
                <a:solidFill>
                  <a:schemeClr val="tx1"/>
                </a:solidFill>
                <a:latin typeface="微软雅黑" panose="020B0503020204020204" pitchFamily="34" charset="-122"/>
                <a:ea typeface="微软雅黑" panose="020B0503020204020204" pitchFamily="34" charset="-122"/>
              </a:rPr>
              <a:t>…</a:t>
            </a:r>
            <a:endParaRPr lang="zh-CN" altLang="en-US" sz="1067" b="0" dirty="0">
              <a:solidFill>
                <a:schemeClr val="tx1"/>
              </a:solidFill>
              <a:latin typeface="微软雅黑" panose="020B0503020204020204" pitchFamily="34" charset="-122"/>
              <a:ea typeface="微软雅黑" panose="020B0503020204020204" pitchFamily="34" charset="-122"/>
            </a:endParaRPr>
          </a:p>
        </p:txBody>
      </p:sp>
      <p:sp>
        <p:nvSpPr>
          <p:cNvPr id="191" name="TextBox 154">
            <a:extLst>
              <a:ext uri="{FF2B5EF4-FFF2-40B4-BE49-F238E27FC236}">
                <a16:creationId xmlns:a16="http://schemas.microsoft.com/office/drawing/2014/main" id="{9BBF8246-361A-EBB2-7C47-139D685A5509}"/>
              </a:ext>
            </a:extLst>
          </p:cNvPr>
          <p:cNvSpPr txBox="1"/>
          <p:nvPr/>
        </p:nvSpPr>
        <p:spPr>
          <a:xfrm>
            <a:off x="5767844" y="4020469"/>
            <a:ext cx="464299" cy="246221"/>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1000" b="0">
                <a:solidFill>
                  <a:schemeClr val="tx1"/>
                </a:solidFill>
                <a:latin typeface="微软雅黑" panose="020B0503020204020204" pitchFamily="34" charset="-122"/>
                <a:ea typeface="微软雅黑" panose="020B0503020204020204" pitchFamily="34" charset="-122"/>
              </a:rPr>
              <a:t>HR</a:t>
            </a:r>
            <a:endParaRPr lang="zh-CN" altLang="en-US" sz="1000" b="0" dirty="0">
              <a:solidFill>
                <a:schemeClr val="tx1"/>
              </a:solidFill>
              <a:latin typeface="微软雅黑" panose="020B0503020204020204" pitchFamily="34" charset="-122"/>
              <a:ea typeface="微软雅黑" panose="020B0503020204020204" pitchFamily="34" charset="-122"/>
            </a:endParaRPr>
          </a:p>
        </p:txBody>
      </p:sp>
      <p:sp>
        <p:nvSpPr>
          <p:cNvPr id="192" name="TextBox 154">
            <a:extLst>
              <a:ext uri="{FF2B5EF4-FFF2-40B4-BE49-F238E27FC236}">
                <a16:creationId xmlns:a16="http://schemas.microsoft.com/office/drawing/2014/main" id="{B0267FDE-58D6-DD8F-CEA8-0ABE3B19A099}"/>
              </a:ext>
            </a:extLst>
          </p:cNvPr>
          <p:cNvSpPr txBox="1"/>
          <p:nvPr/>
        </p:nvSpPr>
        <p:spPr>
          <a:xfrm>
            <a:off x="4751196" y="3707919"/>
            <a:ext cx="464299" cy="246221"/>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1000" b="0">
                <a:solidFill>
                  <a:schemeClr val="tx1"/>
                </a:solidFill>
                <a:latin typeface="微软雅黑" panose="020B0503020204020204" pitchFamily="34" charset="-122"/>
                <a:ea typeface="微软雅黑" panose="020B0503020204020204" pitchFamily="34" charset="-122"/>
              </a:rPr>
              <a:t>web</a:t>
            </a:r>
            <a:endParaRPr lang="zh-CN" altLang="en-US" sz="1000" b="0" dirty="0">
              <a:solidFill>
                <a:schemeClr val="tx1"/>
              </a:solidFill>
              <a:latin typeface="微软雅黑" panose="020B0503020204020204" pitchFamily="34" charset="-122"/>
              <a:ea typeface="微软雅黑" panose="020B0503020204020204" pitchFamily="34" charset="-122"/>
            </a:endParaRPr>
          </a:p>
        </p:txBody>
      </p:sp>
      <p:sp>
        <p:nvSpPr>
          <p:cNvPr id="199" name="Freeform 5">
            <a:extLst>
              <a:ext uri="{FF2B5EF4-FFF2-40B4-BE49-F238E27FC236}">
                <a16:creationId xmlns:a16="http://schemas.microsoft.com/office/drawing/2014/main" id="{8EC97217-173D-B26C-A248-FE53FAE9BB16}"/>
              </a:ext>
            </a:extLst>
          </p:cNvPr>
          <p:cNvSpPr>
            <a:spLocks/>
          </p:cNvSpPr>
          <p:nvPr/>
        </p:nvSpPr>
        <p:spPr bwMode="auto">
          <a:xfrm>
            <a:off x="531578" y="1556492"/>
            <a:ext cx="538433" cy="387821"/>
          </a:xfrm>
          <a:custGeom>
            <a:avLst/>
            <a:gdLst>
              <a:gd name="T0" fmla="*/ 3607 w 4181"/>
              <a:gd name="T1" fmla="*/ 653 h 2397"/>
              <a:gd name="T2" fmla="*/ 3184 w 4181"/>
              <a:gd name="T3" fmla="*/ 301 h 2397"/>
              <a:gd name="T4" fmla="*/ 3009 w 4181"/>
              <a:gd name="T5" fmla="*/ 336 h 2397"/>
              <a:gd name="T6" fmla="*/ 2287 w 4181"/>
              <a:gd name="T7" fmla="*/ 11 h 2397"/>
              <a:gd name="T8" fmla="*/ 1018 w 4181"/>
              <a:gd name="T9" fmla="*/ 680 h 2397"/>
              <a:gd name="T10" fmla="*/ 716 w 4181"/>
              <a:gd name="T11" fmla="*/ 897 h 2397"/>
              <a:gd name="T12" fmla="*/ 645 w 4181"/>
              <a:gd name="T13" fmla="*/ 894 h 2397"/>
              <a:gd name="T14" fmla="*/ 20 w 4181"/>
              <a:gd name="T15" fmla="*/ 1455 h 2397"/>
              <a:gd name="T16" fmla="*/ 645 w 4181"/>
              <a:gd name="T17" fmla="*/ 2017 h 2397"/>
              <a:gd name="T18" fmla="*/ 788 w 4181"/>
              <a:gd name="T19" fmla="*/ 2002 h 2397"/>
              <a:gd name="T20" fmla="*/ 1055 w 4181"/>
              <a:gd name="T21" fmla="*/ 2077 h 2397"/>
              <a:gd name="T22" fmla="*/ 1306 w 4181"/>
              <a:gd name="T23" fmla="*/ 2012 h 2397"/>
              <a:gd name="T24" fmla="*/ 2027 w 4181"/>
              <a:gd name="T25" fmla="*/ 2378 h 2397"/>
              <a:gd name="T26" fmla="*/ 2674 w 4181"/>
              <a:gd name="T27" fmla="*/ 2179 h 2397"/>
              <a:gd name="T28" fmla="*/ 2696 w 4181"/>
              <a:gd name="T29" fmla="*/ 2178 h 2397"/>
              <a:gd name="T30" fmla="*/ 3282 w 4181"/>
              <a:gd name="T31" fmla="*/ 1876 h 2397"/>
              <a:gd name="T32" fmla="*/ 3311 w 4181"/>
              <a:gd name="T33" fmla="*/ 1876 h 2397"/>
              <a:gd name="T34" fmla="*/ 4181 w 4181"/>
              <a:gd name="T35" fmla="*/ 1245 h 2397"/>
              <a:gd name="T36" fmla="*/ 3607 w 4181"/>
              <a:gd name="T37" fmla="*/ 653 h 2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181" h="2397">
                <a:moveTo>
                  <a:pt x="3607" y="653"/>
                </a:moveTo>
                <a:cubicBezTo>
                  <a:pt x="3585" y="455"/>
                  <a:pt x="3405" y="301"/>
                  <a:pt x="3184" y="301"/>
                </a:cubicBezTo>
                <a:cubicBezTo>
                  <a:pt x="3122" y="301"/>
                  <a:pt x="3063" y="314"/>
                  <a:pt x="3009" y="336"/>
                </a:cubicBezTo>
                <a:cubicBezTo>
                  <a:pt x="2905" y="142"/>
                  <a:pt x="2691" y="0"/>
                  <a:pt x="2287" y="11"/>
                </a:cubicBezTo>
                <a:cubicBezTo>
                  <a:pt x="1763" y="26"/>
                  <a:pt x="1143" y="262"/>
                  <a:pt x="1018" y="680"/>
                </a:cubicBezTo>
                <a:cubicBezTo>
                  <a:pt x="869" y="709"/>
                  <a:pt x="773" y="790"/>
                  <a:pt x="716" y="897"/>
                </a:cubicBezTo>
                <a:cubicBezTo>
                  <a:pt x="692" y="895"/>
                  <a:pt x="669" y="894"/>
                  <a:pt x="645" y="894"/>
                </a:cubicBezTo>
                <a:cubicBezTo>
                  <a:pt x="300" y="894"/>
                  <a:pt x="35" y="1145"/>
                  <a:pt x="20" y="1455"/>
                </a:cubicBezTo>
                <a:cubicBezTo>
                  <a:pt x="0" y="1856"/>
                  <a:pt x="300" y="2017"/>
                  <a:pt x="645" y="2017"/>
                </a:cubicBezTo>
                <a:cubicBezTo>
                  <a:pt x="694" y="2017"/>
                  <a:pt x="742" y="2011"/>
                  <a:pt x="788" y="2002"/>
                </a:cubicBezTo>
                <a:cubicBezTo>
                  <a:pt x="859" y="2048"/>
                  <a:pt x="953" y="2077"/>
                  <a:pt x="1055" y="2077"/>
                </a:cubicBezTo>
                <a:cubicBezTo>
                  <a:pt x="1150" y="2077"/>
                  <a:pt x="1237" y="2053"/>
                  <a:pt x="1306" y="2012"/>
                </a:cubicBezTo>
                <a:cubicBezTo>
                  <a:pt x="1439" y="2238"/>
                  <a:pt x="1712" y="2397"/>
                  <a:pt x="2027" y="2378"/>
                </a:cubicBezTo>
                <a:cubicBezTo>
                  <a:pt x="2358" y="2359"/>
                  <a:pt x="2557" y="2288"/>
                  <a:pt x="2674" y="2179"/>
                </a:cubicBezTo>
                <a:cubicBezTo>
                  <a:pt x="2682" y="2178"/>
                  <a:pt x="2689" y="2178"/>
                  <a:pt x="2696" y="2178"/>
                </a:cubicBezTo>
                <a:cubicBezTo>
                  <a:pt x="3067" y="2130"/>
                  <a:pt x="3229" y="2034"/>
                  <a:pt x="3282" y="1876"/>
                </a:cubicBezTo>
                <a:cubicBezTo>
                  <a:pt x="3292" y="1876"/>
                  <a:pt x="3302" y="1876"/>
                  <a:pt x="3311" y="1876"/>
                </a:cubicBezTo>
                <a:cubicBezTo>
                  <a:pt x="3792" y="1876"/>
                  <a:pt x="4181" y="1736"/>
                  <a:pt x="4181" y="1245"/>
                </a:cubicBezTo>
                <a:cubicBezTo>
                  <a:pt x="4181" y="972"/>
                  <a:pt x="3941" y="741"/>
                  <a:pt x="3607" y="653"/>
                </a:cubicBezTo>
              </a:path>
            </a:pathLst>
          </a:custGeom>
          <a:solidFill>
            <a:srgbClr val="FFFFFF"/>
          </a:solidFill>
          <a:ln w="0">
            <a:solidFill>
              <a:srgbClr val="000000"/>
            </a:solidFill>
            <a:prstDash val="solid"/>
            <a:round/>
            <a:headEnd/>
            <a:tailEnd/>
          </a:ln>
        </p:spPr>
        <p:txBody>
          <a:bodyPr vert="horz" wrap="square" lIns="121920" tIns="60960" rIns="121920" bIns="60960" numCol="1" anchor="t" anchorCtr="0" compatLnSpc="1">
            <a:prstTxWarp prst="textNoShape">
              <a:avLst/>
            </a:prstTxWarp>
          </a:bodyPr>
          <a:lstStyle/>
          <a:p>
            <a:endParaRPr lang="zh-CN" altLang="en-US" sz="2400"/>
          </a:p>
        </p:txBody>
      </p:sp>
      <p:cxnSp>
        <p:nvCxnSpPr>
          <p:cNvPr id="209" name="Straight Connector 35">
            <a:extLst>
              <a:ext uri="{FF2B5EF4-FFF2-40B4-BE49-F238E27FC236}">
                <a16:creationId xmlns:a16="http://schemas.microsoft.com/office/drawing/2014/main" id="{E8D05CB3-951E-7C5D-AFBE-5FFA027058CE}"/>
              </a:ext>
            </a:extLst>
          </p:cNvPr>
          <p:cNvCxnSpPr>
            <a:cxnSpLocks/>
            <a:stCxn id="199" idx="17"/>
            <a:endCxn id="31" idx="1"/>
          </p:cNvCxnSpPr>
          <p:nvPr/>
        </p:nvCxnSpPr>
        <p:spPr>
          <a:xfrm>
            <a:off x="1070011" y="1757926"/>
            <a:ext cx="3250885" cy="950835"/>
          </a:xfrm>
          <a:prstGeom prst="bentConnector3">
            <a:avLst>
              <a:gd name="adj1" fmla="val 50000"/>
            </a:avLst>
          </a:prstGeom>
          <a:ln w="12700">
            <a:solidFill>
              <a:srgbClr val="24BEBC"/>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17" name="Straight Connector 35">
            <a:extLst>
              <a:ext uri="{FF2B5EF4-FFF2-40B4-BE49-F238E27FC236}">
                <a16:creationId xmlns:a16="http://schemas.microsoft.com/office/drawing/2014/main" id="{3D979790-287A-8383-3E67-5C1B6DC401D9}"/>
              </a:ext>
            </a:extLst>
          </p:cNvPr>
          <p:cNvCxnSpPr>
            <a:cxnSpLocks/>
            <a:stCxn id="311" idx="1"/>
          </p:cNvCxnSpPr>
          <p:nvPr/>
        </p:nvCxnSpPr>
        <p:spPr>
          <a:xfrm flipH="1">
            <a:off x="3487054" y="3423679"/>
            <a:ext cx="1208399" cy="1787"/>
          </a:xfrm>
          <a:prstGeom prst="line">
            <a:avLst/>
          </a:prstGeom>
          <a:ln w="12700">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28" name="Straight Connector 35">
            <a:extLst>
              <a:ext uri="{FF2B5EF4-FFF2-40B4-BE49-F238E27FC236}">
                <a16:creationId xmlns:a16="http://schemas.microsoft.com/office/drawing/2014/main" id="{6DA09080-36ED-61FD-0AE3-C4A0948FA42C}"/>
              </a:ext>
            </a:extLst>
          </p:cNvPr>
          <p:cNvCxnSpPr>
            <a:cxnSpLocks/>
            <a:stCxn id="25" idx="0"/>
          </p:cNvCxnSpPr>
          <p:nvPr/>
        </p:nvCxnSpPr>
        <p:spPr>
          <a:xfrm rot="5400000" flipH="1" flipV="1">
            <a:off x="4274319" y="5087087"/>
            <a:ext cx="372980" cy="115701"/>
          </a:xfrm>
          <a:prstGeom prst="bentConnector3">
            <a:avLst>
              <a:gd name="adj1" fmla="val 50000"/>
            </a:avLst>
          </a:prstGeom>
          <a:ln w="6350">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35" name="Straight Connector 35">
            <a:extLst>
              <a:ext uri="{FF2B5EF4-FFF2-40B4-BE49-F238E27FC236}">
                <a16:creationId xmlns:a16="http://schemas.microsoft.com/office/drawing/2014/main" id="{64CB4DBA-BEE4-7ECC-064F-6C10693BBE45}"/>
              </a:ext>
            </a:extLst>
          </p:cNvPr>
          <p:cNvCxnSpPr>
            <a:cxnSpLocks/>
            <a:stCxn id="25" idx="1"/>
          </p:cNvCxnSpPr>
          <p:nvPr/>
        </p:nvCxnSpPr>
        <p:spPr>
          <a:xfrm rot="10800000">
            <a:off x="3197743" y="4622853"/>
            <a:ext cx="954469" cy="959323"/>
          </a:xfrm>
          <a:prstGeom prst="bentConnector2">
            <a:avLst/>
          </a:prstGeom>
          <a:ln w="6350">
            <a:solidFill>
              <a:schemeClr val="tx1"/>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44" name="Straight Connector 35">
            <a:extLst>
              <a:ext uri="{FF2B5EF4-FFF2-40B4-BE49-F238E27FC236}">
                <a16:creationId xmlns:a16="http://schemas.microsoft.com/office/drawing/2014/main" id="{35A0FE35-E1ED-3D79-47FF-CAA04AF64855}"/>
              </a:ext>
            </a:extLst>
          </p:cNvPr>
          <p:cNvCxnSpPr>
            <a:cxnSpLocks/>
          </p:cNvCxnSpPr>
          <p:nvPr/>
        </p:nvCxnSpPr>
        <p:spPr>
          <a:xfrm flipH="1">
            <a:off x="528828" y="5835203"/>
            <a:ext cx="645035" cy="0"/>
          </a:xfrm>
          <a:prstGeom prst="straightConnector1">
            <a:avLst/>
          </a:prstGeom>
          <a:ln w="15875">
            <a:solidFill>
              <a:srgbClr val="C270AA"/>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246" name="文本框 245">
            <a:extLst>
              <a:ext uri="{FF2B5EF4-FFF2-40B4-BE49-F238E27FC236}">
                <a16:creationId xmlns:a16="http://schemas.microsoft.com/office/drawing/2014/main" id="{5624B375-A45C-E097-ACA0-EC650849AE3E}"/>
              </a:ext>
            </a:extLst>
          </p:cNvPr>
          <p:cNvSpPr txBox="1"/>
          <p:nvPr/>
        </p:nvSpPr>
        <p:spPr>
          <a:xfrm>
            <a:off x="62119" y="5346462"/>
            <a:ext cx="984357" cy="338554"/>
          </a:xfrm>
          <a:prstGeom prst="rect">
            <a:avLst/>
          </a:prstGeom>
          <a:noFill/>
        </p:spPr>
        <p:txBody>
          <a:bodyPr wrap="square" rtlCol="0">
            <a:spAutoFit/>
          </a:bodyPr>
          <a:lstStyle/>
          <a:p>
            <a:r>
              <a:rPr lang="zh-CN" altLang="en-US" sz="1600" dirty="0">
                <a:latin typeface="微软雅黑" panose="020B0503020204020204" pitchFamily="34" charset="-122"/>
                <a:ea typeface="微软雅黑" panose="020B0503020204020204" pitchFamily="34" charset="-122"/>
              </a:rPr>
              <a:t>图例：</a:t>
            </a:r>
          </a:p>
        </p:txBody>
      </p:sp>
      <p:sp>
        <p:nvSpPr>
          <p:cNvPr id="247" name="TextBox 154">
            <a:extLst>
              <a:ext uri="{FF2B5EF4-FFF2-40B4-BE49-F238E27FC236}">
                <a16:creationId xmlns:a16="http://schemas.microsoft.com/office/drawing/2014/main" id="{A7AE747F-0904-B576-681D-5D56FDD9AB0F}"/>
              </a:ext>
            </a:extLst>
          </p:cNvPr>
          <p:cNvSpPr txBox="1"/>
          <p:nvPr/>
        </p:nvSpPr>
        <p:spPr>
          <a:xfrm>
            <a:off x="107505" y="5715794"/>
            <a:ext cx="498571" cy="235898"/>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933" b="0">
                <a:solidFill>
                  <a:schemeClr val="tx1"/>
                </a:solidFill>
                <a:latin typeface="微软雅黑" panose="020B0503020204020204" pitchFamily="34" charset="-122"/>
                <a:ea typeface="微软雅黑" panose="020B0503020204020204" pitchFamily="34" charset="-122"/>
              </a:rPr>
              <a:t>入口</a:t>
            </a:r>
            <a:endParaRPr lang="zh-CN" altLang="en-US" sz="933" b="0" dirty="0">
              <a:solidFill>
                <a:schemeClr val="tx1"/>
              </a:solidFill>
              <a:latin typeface="微软雅黑" panose="020B0503020204020204" pitchFamily="34" charset="-122"/>
              <a:ea typeface="微软雅黑" panose="020B0503020204020204" pitchFamily="34" charset="-122"/>
            </a:endParaRPr>
          </a:p>
        </p:txBody>
      </p:sp>
      <p:sp>
        <p:nvSpPr>
          <p:cNvPr id="248" name="TextBox 154">
            <a:extLst>
              <a:ext uri="{FF2B5EF4-FFF2-40B4-BE49-F238E27FC236}">
                <a16:creationId xmlns:a16="http://schemas.microsoft.com/office/drawing/2014/main" id="{FE576417-CC36-4447-17F8-85C9E4D6DDB5}"/>
              </a:ext>
            </a:extLst>
          </p:cNvPr>
          <p:cNvSpPr txBox="1"/>
          <p:nvPr/>
        </p:nvSpPr>
        <p:spPr>
          <a:xfrm>
            <a:off x="95183" y="5903959"/>
            <a:ext cx="498571" cy="235898"/>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933" b="0">
                <a:solidFill>
                  <a:schemeClr val="tx1"/>
                </a:solidFill>
                <a:latin typeface="微软雅黑" panose="020B0503020204020204" pitchFamily="34" charset="-122"/>
                <a:ea typeface="微软雅黑" panose="020B0503020204020204" pitchFamily="34" charset="-122"/>
              </a:rPr>
              <a:t>出口</a:t>
            </a:r>
            <a:endParaRPr lang="zh-CN" altLang="en-US" sz="933" b="0" dirty="0">
              <a:solidFill>
                <a:schemeClr val="tx1"/>
              </a:solidFill>
              <a:latin typeface="微软雅黑" panose="020B0503020204020204" pitchFamily="34" charset="-122"/>
              <a:ea typeface="微软雅黑" panose="020B0503020204020204" pitchFamily="34" charset="-122"/>
            </a:endParaRPr>
          </a:p>
        </p:txBody>
      </p:sp>
      <p:cxnSp>
        <p:nvCxnSpPr>
          <p:cNvPr id="250" name="Straight Connector 35">
            <a:extLst>
              <a:ext uri="{FF2B5EF4-FFF2-40B4-BE49-F238E27FC236}">
                <a16:creationId xmlns:a16="http://schemas.microsoft.com/office/drawing/2014/main" id="{333F7513-7F24-D54B-E671-8107B1157A9F}"/>
              </a:ext>
            </a:extLst>
          </p:cNvPr>
          <p:cNvCxnSpPr>
            <a:cxnSpLocks/>
          </p:cNvCxnSpPr>
          <p:nvPr/>
        </p:nvCxnSpPr>
        <p:spPr>
          <a:xfrm flipH="1">
            <a:off x="528828" y="6038383"/>
            <a:ext cx="645035" cy="0"/>
          </a:xfrm>
          <a:prstGeom prst="straightConnector1">
            <a:avLst/>
          </a:prstGeom>
          <a:ln w="15875">
            <a:solidFill>
              <a:srgbClr val="24BEBC"/>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252" name="TextBox 154">
            <a:extLst>
              <a:ext uri="{FF2B5EF4-FFF2-40B4-BE49-F238E27FC236}">
                <a16:creationId xmlns:a16="http://schemas.microsoft.com/office/drawing/2014/main" id="{2B97C271-5C2C-2559-5BAC-A08122E6F0BB}"/>
              </a:ext>
            </a:extLst>
          </p:cNvPr>
          <p:cNvSpPr txBox="1"/>
          <p:nvPr/>
        </p:nvSpPr>
        <p:spPr>
          <a:xfrm>
            <a:off x="95183" y="6098827"/>
            <a:ext cx="498571" cy="235898"/>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933" b="0">
                <a:solidFill>
                  <a:schemeClr val="tx1"/>
                </a:solidFill>
                <a:latin typeface="微软雅黑" panose="020B0503020204020204" pitchFamily="34" charset="-122"/>
                <a:ea typeface="微软雅黑" panose="020B0503020204020204" pitchFamily="34" charset="-122"/>
              </a:rPr>
              <a:t>内部</a:t>
            </a:r>
            <a:endParaRPr lang="zh-CN" altLang="en-US" sz="933" b="0" dirty="0">
              <a:solidFill>
                <a:schemeClr val="tx1"/>
              </a:solidFill>
              <a:latin typeface="微软雅黑" panose="020B0503020204020204" pitchFamily="34" charset="-122"/>
              <a:ea typeface="微软雅黑" panose="020B0503020204020204" pitchFamily="34" charset="-122"/>
            </a:endParaRPr>
          </a:p>
        </p:txBody>
      </p:sp>
      <p:cxnSp>
        <p:nvCxnSpPr>
          <p:cNvPr id="253" name="Straight Connector 35">
            <a:extLst>
              <a:ext uri="{FF2B5EF4-FFF2-40B4-BE49-F238E27FC236}">
                <a16:creationId xmlns:a16="http://schemas.microsoft.com/office/drawing/2014/main" id="{149E1234-2342-916D-8B27-DEABD28AE36F}"/>
              </a:ext>
            </a:extLst>
          </p:cNvPr>
          <p:cNvCxnSpPr>
            <a:cxnSpLocks/>
          </p:cNvCxnSpPr>
          <p:nvPr/>
        </p:nvCxnSpPr>
        <p:spPr>
          <a:xfrm flipH="1">
            <a:off x="528828" y="6224651"/>
            <a:ext cx="645035" cy="0"/>
          </a:xfrm>
          <a:prstGeom prst="straightConnector1">
            <a:avLst/>
          </a:prstGeom>
          <a:ln w="15875">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255" name="TextBox 154">
            <a:extLst>
              <a:ext uri="{FF2B5EF4-FFF2-40B4-BE49-F238E27FC236}">
                <a16:creationId xmlns:a16="http://schemas.microsoft.com/office/drawing/2014/main" id="{F4661B96-CD56-485C-BA3C-03802696BBE7}"/>
              </a:ext>
            </a:extLst>
          </p:cNvPr>
          <p:cNvSpPr txBox="1"/>
          <p:nvPr/>
        </p:nvSpPr>
        <p:spPr>
          <a:xfrm>
            <a:off x="104285" y="6338111"/>
            <a:ext cx="549156" cy="235898"/>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933" b="0">
                <a:solidFill>
                  <a:schemeClr val="tx1"/>
                </a:solidFill>
                <a:latin typeface="微软雅黑" panose="020B0503020204020204" pitchFamily="34" charset="-122"/>
                <a:ea typeface="微软雅黑" panose="020B0503020204020204" pitchFamily="34" charset="-122"/>
              </a:rPr>
              <a:t>虚拟机</a:t>
            </a:r>
            <a:endParaRPr lang="zh-CN" altLang="en-US" sz="933" b="0" dirty="0">
              <a:solidFill>
                <a:schemeClr val="tx1"/>
              </a:solidFill>
              <a:latin typeface="微软雅黑" panose="020B0503020204020204" pitchFamily="34" charset="-122"/>
              <a:ea typeface="微软雅黑" panose="020B0503020204020204" pitchFamily="34" charset="-122"/>
            </a:endParaRPr>
          </a:p>
        </p:txBody>
      </p:sp>
      <p:sp>
        <p:nvSpPr>
          <p:cNvPr id="257" name="TextBox 154">
            <a:extLst>
              <a:ext uri="{FF2B5EF4-FFF2-40B4-BE49-F238E27FC236}">
                <a16:creationId xmlns:a16="http://schemas.microsoft.com/office/drawing/2014/main" id="{6EA8CCE5-974E-733E-145F-68CA3BE28824}"/>
              </a:ext>
            </a:extLst>
          </p:cNvPr>
          <p:cNvSpPr txBox="1"/>
          <p:nvPr/>
        </p:nvSpPr>
        <p:spPr>
          <a:xfrm>
            <a:off x="104285" y="6566107"/>
            <a:ext cx="799217" cy="235898"/>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933" b="0">
                <a:solidFill>
                  <a:schemeClr val="tx1"/>
                </a:solidFill>
                <a:latin typeface="微软雅黑" panose="020B0503020204020204" pitchFamily="34" charset="-122"/>
                <a:ea typeface="微软雅黑" panose="020B0503020204020204" pitchFamily="34" charset="-122"/>
              </a:rPr>
              <a:t>容器服务</a:t>
            </a:r>
            <a:endParaRPr lang="zh-CN" altLang="en-US" sz="933" b="0" dirty="0">
              <a:solidFill>
                <a:schemeClr val="tx1"/>
              </a:solidFill>
              <a:latin typeface="微软雅黑" panose="020B0503020204020204" pitchFamily="34" charset="-122"/>
              <a:ea typeface="微软雅黑" panose="020B0503020204020204" pitchFamily="34" charset="-122"/>
            </a:endParaRPr>
          </a:p>
        </p:txBody>
      </p:sp>
      <p:sp>
        <p:nvSpPr>
          <p:cNvPr id="258" name="TextBox 154">
            <a:extLst>
              <a:ext uri="{FF2B5EF4-FFF2-40B4-BE49-F238E27FC236}">
                <a16:creationId xmlns:a16="http://schemas.microsoft.com/office/drawing/2014/main" id="{3F313A8B-D713-9359-F6B6-986240BEB21D}"/>
              </a:ext>
            </a:extLst>
          </p:cNvPr>
          <p:cNvSpPr txBox="1"/>
          <p:nvPr/>
        </p:nvSpPr>
        <p:spPr>
          <a:xfrm>
            <a:off x="370500" y="3840765"/>
            <a:ext cx="530192" cy="336695"/>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r>
              <a:rPr lang="zh-CN" altLang="en-US" sz="1200">
                <a:solidFill>
                  <a:schemeClr val="tx1"/>
                </a:solidFill>
                <a:latin typeface="微软雅黑" panose="020B0503020204020204" pitchFamily="34" charset="-122"/>
                <a:ea typeface="微软雅黑" panose="020B0503020204020204" pitchFamily="34" charset="-122"/>
              </a:rPr>
              <a:t>用户</a:t>
            </a:r>
            <a:endParaRPr lang="zh-CN" altLang="en-US" sz="1200" dirty="0">
              <a:solidFill>
                <a:schemeClr val="tx1"/>
              </a:solidFill>
              <a:latin typeface="微软雅黑" panose="020B0503020204020204" pitchFamily="34" charset="-122"/>
              <a:ea typeface="微软雅黑" panose="020B0503020204020204" pitchFamily="34" charset="-122"/>
            </a:endParaRPr>
          </a:p>
        </p:txBody>
      </p:sp>
      <p:cxnSp>
        <p:nvCxnSpPr>
          <p:cNvPr id="260" name="Straight Connector 35">
            <a:extLst>
              <a:ext uri="{FF2B5EF4-FFF2-40B4-BE49-F238E27FC236}">
                <a16:creationId xmlns:a16="http://schemas.microsoft.com/office/drawing/2014/main" id="{85195B6E-6DF1-C420-36DC-C118DE7F1DF8}"/>
              </a:ext>
            </a:extLst>
          </p:cNvPr>
          <p:cNvCxnSpPr>
            <a:cxnSpLocks/>
          </p:cNvCxnSpPr>
          <p:nvPr/>
        </p:nvCxnSpPr>
        <p:spPr>
          <a:xfrm flipH="1">
            <a:off x="9150437" y="3222423"/>
            <a:ext cx="937068" cy="0"/>
          </a:xfrm>
          <a:prstGeom prst="straightConnector1">
            <a:avLst/>
          </a:prstGeom>
          <a:ln w="12700">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72" name="Straight Connector 35">
            <a:extLst>
              <a:ext uri="{FF2B5EF4-FFF2-40B4-BE49-F238E27FC236}">
                <a16:creationId xmlns:a16="http://schemas.microsoft.com/office/drawing/2014/main" id="{2F3DAC18-D002-B864-6F7E-4AE655F0D4B6}"/>
              </a:ext>
            </a:extLst>
          </p:cNvPr>
          <p:cNvCxnSpPr>
            <a:cxnSpLocks/>
            <a:stCxn id="39" idx="1"/>
          </p:cNvCxnSpPr>
          <p:nvPr/>
        </p:nvCxnSpPr>
        <p:spPr>
          <a:xfrm flipH="1">
            <a:off x="9168430" y="4498392"/>
            <a:ext cx="905866" cy="0"/>
          </a:xfrm>
          <a:prstGeom prst="straightConnector1">
            <a:avLst/>
          </a:prstGeom>
          <a:ln w="12700">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82" name="Straight Connector 35">
            <a:extLst>
              <a:ext uri="{FF2B5EF4-FFF2-40B4-BE49-F238E27FC236}">
                <a16:creationId xmlns:a16="http://schemas.microsoft.com/office/drawing/2014/main" id="{B2828A6B-19BC-AB3D-6CEB-E517A0002390}"/>
              </a:ext>
            </a:extLst>
          </p:cNvPr>
          <p:cNvCxnSpPr>
            <a:cxnSpLocks/>
          </p:cNvCxnSpPr>
          <p:nvPr/>
        </p:nvCxnSpPr>
        <p:spPr>
          <a:xfrm>
            <a:off x="6785361" y="2109546"/>
            <a:ext cx="0" cy="495519"/>
          </a:xfrm>
          <a:prstGeom prst="straightConnector1">
            <a:avLst/>
          </a:prstGeom>
          <a:ln w="12700">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284" name="TextBox 154">
            <a:extLst>
              <a:ext uri="{FF2B5EF4-FFF2-40B4-BE49-F238E27FC236}">
                <a16:creationId xmlns:a16="http://schemas.microsoft.com/office/drawing/2014/main" id="{62B4ADFE-ED1A-70E8-DB4D-C160A74F2C3A}"/>
              </a:ext>
            </a:extLst>
          </p:cNvPr>
          <p:cNvSpPr txBox="1"/>
          <p:nvPr/>
        </p:nvSpPr>
        <p:spPr>
          <a:xfrm>
            <a:off x="1621881" y="1481421"/>
            <a:ext cx="1787519" cy="276999"/>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1200" b="0">
                <a:solidFill>
                  <a:schemeClr val="tx1"/>
                </a:solidFill>
                <a:latin typeface="微软雅黑" panose="020B0503020204020204" pitchFamily="34" charset="-122"/>
                <a:ea typeface="微软雅黑" panose="020B0503020204020204" pitchFamily="34" charset="-122"/>
              </a:rPr>
              <a:t>许可更新，短信平台</a:t>
            </a:r>
            <a:endParaRPr lang="zh-CN" altLang="en-US" sz="1200" b="0" dirty="0">
              <a:solidFill>
                <a:schemeClr val="tx1"/>
              </a:solidFill>
              <a:latin typeface="微软雅黑" panose="020B0503020204020204" pitchFamily="34" charset="-122"/>
              <a:ea typeface="微软雅黑" panose="020B0503020204020204" pitchFamily="34" charset="-122"/>
            </a:endParaRPr>
          </a:p>
        </p:txBody>
      </p:sp>
      <p:sp>
        <p:nvSpPr>
          <p:cNvPr id="285" name="TextBox 154">
            <a:extLst>
              <a:ext uri="{FF2B5EF4-FFF2-40B4-BE49-F238E27FC236}">
                <a16:creationId xmlns:a16="http://schemas.microsoft.com/office/drawing/2014/main" id="{F8981F4B-7CC6-3971-0E30-740DEF277B8A}"/>
              </a:ext>
            </a:extLst>
          </p:cNvPr>
          <p:cNvSpPr txBox="1"/>
          <p:nvPr/>
        </p:nvSpPr>
        <p:spPr>
          <a:xfrm>
            <a:off x="1540903" y="777711"/>
            <a:ext cx="1734188" cy="341184"/>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r>
              <a:rPr lang="zh-CN" altLang="en-US" sz="1200" dirty="0">
                <a:solidFill>
                  <a:schemeClr val="tx1"/>
                </a:solidFill>
              </a:rPr>
              <a:t>接入区</a:t>
            </a:r>
          </a:p>
        </p:txBody>
      </p:sp>
      <p:cxnSp>
        <p:nvCxnSpPr>
          <p:cNvPr id="290" name="直接连接符 289">
            <a:extLst>
              <a:ext uri="{FF2B5EF4-FFF2-40B4-BE49-F238E27FC236}">
                <a16:creationId xmlns:a16="http://schemas.microsoft.com/office/drawing/2014/main" id="{74A40B34-59FC-A940-997B-2B79142D81AA}"/>
              </a:ext>
            </a:extLst>
          </p:cNvPr>
          <p:cNvCxnSpPr>
            <a:cxnSpLocks/>
          </p:cNvCxnSpPr>
          <p:nvPr/>
        </p:nvCxnSpPr>
        <p:spPr>
          <a:xfrm flipH="1">
            <a:off x="2478097" y="830009"/>
            <a:ext cx="44577" cy="5810995"/>
          </a:xfrm>
          <a:prstGeom prst="line">
            <a:avLst/>
          </a:prstGeom>
          <a:ln w="15875">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291" name="TextBox 154">
            <a:extLst>
              <a:ext uri="{FF2B5EF4-FFF2-40B4-BE49-F238E27FC236}">
                <a16:creationId xmlns:a16="http://schemas.microsoft.com/office/drawing/2014/main" id="{A644E085-6EE4-914C-F1C5-088BC6C47AAA}"/>
              </a:ext>
            </a:extLst>
          </p:cNvPr>
          <p:cNvSpPr txBox="1"/>
          <p:nvPr/>
        </p:nvSpPr>
        <p:spPr>
          <a:xfrm>
            <a:off x="2585265" y="800796"/>
            <a:ext cx="1734188" cy="341184"/>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r>
              <a:rPr lang="zh-CN" altLang="en-US" sz="1200">
                <a:solidFill>
                  <a:schemeClr val="tx1"/>
                </a:solidFill>
              </a:rPr>
              <a:t>应用区</a:t>
            </a:r>
            <a:endParaRPr lang="zh-CN" altLang="en-US" sz="1200" dirty="0">
              <a:solidFill>
                <a:schemeClr val="tx1"/>
              </a:solidFill>
            </a:endParaRPr>
          </a:p>
        </p:txBody>
      </p:sp>
      <p:cxnSp>
        <p:nvCxnSpPr>
          <p:cNvPr id="292" name="直接连接符 291">
            <a:extLst>
              <a:ext uri="{FF2B5EF4-FFF2-40B4-BE49-F238E27FC236}">
                <a16:creationId xmlns:a16="http://schemas.microsoft.com/office/drawing/2014/main" id="{2E3C42F5-5CCD-ED82-A59E-A7694FA60631}"/>
              </a:ext>
            </a:extLst>
          </p:cNvPr>
          <p:cNvCxnSpPr>
            <a:cxnSpLocks/>
          </p:cNvCxnSpPr>
          <p:nvPr/>
        </p:nvCxnSpPr>
        <p:spPr>
          <a:xfrm flipH="1">
            <a:off x="9809864" y="863968"/>
            <a:ext cx="44577" cy="5810995"/>
          </a:xfrm>
          <a:prstGeom prst="line">
            <a:avLst/>
          </a:prstGeom>
          <a:ln w="19050">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293" name="TextBox 154">
            <a:extLst>
              <a:ext uri="{FF2B5EF4-FFF2-40B4-BE49-F238E27FC236}">
                <a16:creationId xmlns:a16="http://schemas.microsoft.com/office/drawing/2014/main" id="{F44F88EC-597A-91CF-4E50-95669E006ED2}"/>
              </a:ext>
            </a:extLst>
          </p:cNvPr>
          <p:cNvSpPr txBox="1"/>
          <p:nvPr/>
        </p:nvSpPr>
        <p:spPr>
          <a:xfrm>
            <a:off x="10018145" y="839399"/>
            <a:ext cx="947764" cy="341184"/>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r>
              <a:rPr lang="zh-CN" altLang="en-US" sz="1200">
                <a:solidFill>
                  <a:schemeClr val="tx1"/>
                </a:solidFill>
              </a:rPr>
              <a:t>数据区</a:t>
            </a:r>
            <a:endParaRPr lang="zh-CN" altLang="en-US" sz="1200" dirty="0">
              <a:solidFill>
                <a:schemeClr val="tx1"/>
              </a:solidFill>
            </a:endParaRPr>
          </a:p>
        </p:txBody>
      </p:sp>
      <p:sp>
        <p:nvSpPr>
          <p:cNvPr id="310" name="TextBox 154">
            <a:extLst>
              <a:ext uri="{FF2B5EF4-FFF2-40B4-BE49-F238E27FC236}">
                <a16:creationId xmlns:a16="http://schemas.microsoft.com/office/drawing/2014/main" id="{7C7DDA41-44BC-70A1-3305-402178B81B65}"/>
              </a:ext>
            </a:extLst>
          </p:cNvPr>
          <p:cNvSpPr txBox="1"/>
          <p:nvPr/>
        </p:nvSpPr>
        <p:spPr>
          <a:xfrm>
            <a:off x="4735276" y="3200945"/>
            <a:ext cx="464299" cy="246221"/>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1000" b="0">
                <a:solidFill>
                  <a:schemeClr val="tx1"/>
                </a:solidFill>
                <a:latin typeface="微软雅黑" panose="020B0503020204020204" pitchFamily="34" charset="-122"/>
                <a:ea typeface="微软雅黑" panose="020B0503020204020204" pitchFamily="34" charset="-122"/>
              </a:rPr>
              <a:t>web</a:t>
            </a:r>
            <a:endParaRPr lang="zh-CN" altLang="en-US" sz="1000" b="0" dirty="0">
              <a:solidFill>
                <a:schemeClr val="tx1"/>
              </a:solidFill>
              <a:latin typeface="微软雅黑" panose="020B0503020204020204" pitchFamily="34" charset="-122"/>
              <a:ea typeface="微软雅黑" panose="020B0503020204020204" pitchFamily="34" charset="-122"/>
            </a:endParaRPr>
          </a:p>
        </p:txBody>
      </p:sp>
      <p:sp>
        <p:nvSpPr>
          <p:cNvPr id="311" name="矩形 310">
            <a:extLst>
              <a:ext uri="{FF2B5EF4-FFF2-40B4-BE49-F238E27FC236}">
                <a16:creationId xmlns:a16="http://schemas.microsoft.com/office/drawing/2014/main" id="{FD33F321-00D8-C8B4-6331-5A1E808217F4}"/>
              </a:ext>
            </a:extLst>
          </p:cNvPr>
          <p:cNvSpPr/>
          <p:nvPr/>
        </p:nvSpPr>
        <p:spPr>
          <a:xfrm>
            <a:off x="4695452" y="2863056"/>
            <a:ext cx="527355" cy="1121245"/>
          </a:xfrm>
          <a:prstGeom prst="rect">
            <a:avLst/>
          </a:prstGeom>
          <a:noFill/>
          <a:ln w="6350" cap="flat" cmpd="sng" algn="ctr">
            <a:solidFill>
              <a:schemeClr val="tx1"/>
            </a:solidFill>
            <a:prstDash val="dash"/>
            <a:miter lim="800000"/>
          </a:ln>
          <a:effectLst/>
        </p:spPr>
        <p:txBody>
          <a:bodyPr lIns="68580" tIns="34291" rIns="68580" bIns="34291" rtlCol="0" anchor="ctr"/>
          <a:lstStyle/>
          <a:p>
            <a:pPr algn="ctr" defTabSz="685783">
              <a:defRPr/>
            </a:pPr>
            <a:endParaRPr lang="zh-CN" altLang="en-US" sz="1200" kern="0">
              <a:latin typeface="微软雅黑" panose="020B0503020204020204" charset="-122"/>
              <a:ea typeface="微软雅黑" panose="020B0503020204020204" charset="-122"/>
            </a:endParaRPr>
          </a:p>
        </p:txBody>
      </p:sp>
      <p:sp>
        <p:nvSpPr>
          <p:cNvPr id="236" name="TextBox 154">
            <a:extLst>
              <a:ext uri="{FF2B5EF4-FFF2-40B4-BE49-F238E27FC236}">
                <a16:creationId xmlns:a16="http://schemas.microsoft.com/office/drawing/2014/main" id="{2A1ED1DB-F921-03EA-8DB9-A32AA6D919AD}"/>
              </a:ext>
            </a:extLst>
          </p:cNvPr>
          <p:cNvSpPr txBox="1"/>
          <p:nvPr/>
        </p:nvSpPr>
        <p:spPr>
          <a:xfrm>
            <a:off x="4774001" y="4386507"/>
            <a:ext cx="550196" cy="246221"/>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1000" b="0">
                <a:solidFill>
                  <a:schemeClr val="tx1"/>
                </a:solidFill>
                <a:latin typeface="微软雅黑" panose="020B0503020204020204" pitchFamily="34" charset="-122"/>
                <a:ea typeface="微软雅黑" panose="020B0503020204020204" pitchFamily="34" charset="-122"/>
              </a:rPr>
              <a:t>MC</a:t>
            </a:r>
            <a:endParaRPr lang="zh-CN" altLang="en-US" sz="1050" b="0" dirty="0">
              <a:solidFill>
                <a:schemeClr val="tx1"/>
              </a:solidFill>
              <a:latin typeface="微软雅黑" panose="020B0503020204020204" pitchFamily="34" charset="-122"/>
              <a:ea typeface="微软雅黑" panose="020B0503020204020204" pitchFamily="34" charset="-122"/>
            </a:endParaRPr>
          </a:p>
        </p:txBody>
      </p:sp>
      <p:sp>
        <p:nvSpPr>
          <p:cNvPr id="245" name="TextBox 154">
            <a:extLst>
              <a:ext uri="{FF2B5EF4-FFF2-40B4-BE49-F238E27FC236}">
                <a16:creationId xmlns:a16="http://schemas.microsoft.com/office/drawing/2014/main" id="{379D0BE2-08B8-6672-0AC0-F7E43D7ECB0D}"/>
              </a:ext>
            </a:extLst>
          </p:cNvPr>
          <p:cNvSpPr txBox="1"/>
          <p:nvPr/>
        </p:nvSpPr>
        <p:spPr>
          <a:xfrm>
            <a:off x="10503009" y="4809779"/>
            <a:ext cx="531683" cy="246221"/>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1000" b="0">
                <a:solidFill>
                  <a:schemeClr val="tx1"/>
                </a:solidFill>
                <a:latin typeface="微软雅黑" panose="020B0503020204020204" pitchFamily="34" charset="-122"/>
                <a:ea typeface="微软雅黑" panose="020B0503020204020204" pitchFamily="34" charset="-122"/>
              </a:rPr>
              <a:t>主</a:t>
            </a:r>
            <a:endParaRPr lang="zh-CN" altLang="en-US" sz="1000" b="0" dirty="0">
              <a:solidFill>
                <a:schemeClr val="tx1"/>
              </a:solidFill>
              <a:latin typeface="微软雅黑" panose="020B0503020204020204" pitchFamily="34" charset="-122"/>
              <a:ea typeface="微软雅黑" panose="020B0503020204020204" pitchFamily="34" charset="-122"/>
            </a:endParaRPr>
          </a:p>
        </p:txBody>
      </p:sp>
      <p:sp>
        <p:nvSpPr>
          <p:cNvPr id="249" name="TextBox 154">
            <a:extLst>
              <a:ext uri="{FF2B5EF4-FFF2-40B4-BE49-F238E27FC236}">
                <a16:creationId xmlns:a16="http://schemas.microsoft.com/office/drawing/2014/main" id="{5C0B2AF0-45D3-D094-8384-31393E7ECCA0}"/>
              </a:ext>
            </a:extLst>
          </p:cNvPr>
          <p:cNvSpPr txBox="1"/>
          <p:nvPr/>
        </p:nvSpPr>
        <p:spPr>
          <a:xfrm>
            <a:off x="11220649" y="4809779"/>
            <a:ext cx="531683" cy="246221"/>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1000" b="0">
                <a:solidFill>
                  <a:schemeClr val="tx1"/>
                </a:solidFill>
                <a:latin typeface="微软雅黑" panose="020B0503020204020204" pitchFamily="34" charset="-122"/>
                <a:ea typeface="微软雅黑" panose="020B0503020204020204" pitchFamily="34" charset="-122"/>
              </a:rPr>
              <a:t>从</a:t>
            </a:r>
            <a:endParaRPr lang="zh-CN" altLang="en-US" sz="1000" b="0" dirty="0">
              <a:solidFill>
                <a:schemeClr val="tx1"/>
              </a:solidFill>
              <a:latin typeface="微软雅黑" panose="020B0503020204020204" pitchFamily="34" charset="-122"/>
              <a:ea typeface="微软雅黑" panose="020B0503020204020204" pitchFamily="34" charset="-122"/>
            </a:endParaRPr>
          </a:p>
        </p:txBody>
      </p:sp>
      <p:sp>
        <p:nvSpPr>
          <p:cNvPr id="33" name="TextBox 154">
            <a:extLst>
              <a:ext uri="{FF2B5EF4-FFF2-40B4-BE49-F238E27FC236}">
                <a16:creationId xmlns:a16="http://schemas.microsoft.com/office/drawing/2014/main" id="{5727D3E8-8051-11CD-605A-5E24909B6D7A}"/>
              </a:ext>
            </a:extLst>
          </p:cNvPr>
          <p:cNvSpPr txBox="1"/>
          <p:nvPr/>
        </p:nvSpPr>
        <p:spPr>
          <a:xfrm>
            <a:off x="10574624" y="3510914"/>
            <a:ext cx="531683" cy="246221"/>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1000" b="0">
                <a:solidFill>
                  <a:schemeClr val="tx1"/>
                </a:solidFill>
                <a:latin typeface="微软雅黑" panose="020B0503020204020204" pitchFamily="34" charset="-122"/>
                <a:ea typeface="微软雅黑" panose="020B0503020204020204" pitchFamily="34" charset="-122"/>
              </a:rPr>
              <a:t>主</a:t>
            </a:r>
            <a:endParaRPr lang="zh-CN" altLang="en-US" sz="1000" b="0" dirty="0">
              <a:solidFill>
                <a:schemeClr val="tx1"/>
              </a:solidFill>
              <a:latin typeface="微软雅黑" panose="020B0503020204020204" pitchFamily="34" charset="-122"/>
              <a:ea typeface="微软雅黑" panose="020B0503020204020204" pitchFamily="34" charset="-122"/>
            </a:endParaRPr>
          </a:p>
        </p:txBody>
      </p:sp>
      <p:sp>
        <p:nvSpPr>
          <p:cNvPr id="34" name="TextBox 154">
            <a:extLst>
              <a:ext uri="{FF2B5EF4-FFF2-40B4-BE49-F238E27FC236}">
                <a16:creationId xmlns:a16="http://schemas.microsoft.com/office/drawing/2014/main" id="{E8298C44-853D-926A-F703-3D99FC174AB5}"/>
              </a:ext>
            </a:extLst>
          </p:cNvPr>
          <p:cNvSpPr txBox="1"/>
          <p:nvPr/>
        </p:nvSpPr>
        <p:spPr>
          <a:xfrm>
            <a:off x="11299324" y="3484795"/>
            <a:ext cx="531683" cy="246221"/>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sz="1000" b="0">
                <a:solidFill>
                  <a:schemeClr val="tx1"/>
                </a:solidFill>
                <a:latin typeface="微软雅黑" panose="020B0503020204020204" pitchFamily="34" charset="-122"/>
                <a:ea typeface="微软雅黑" panose="020B0503020204020204" pitchFamily="34" charset="-122"/>
              </a:rPr>
              <a:t>从</a:t>
            </a:r>
            <a:endParaRPr lang="zh-CN" altLang="en-US" sz="1000" b="0" dirty="0">
              <a:solidFill>
                <a:schemeClr val="tx1"/>
              </a:solidFill>
              <a:latin typeface="微软雅黑" panose="020B0503020204020204" pitchFamily="34" charset="-122"/>
              <a:ea typeface="微软雅黑" panose="020B0503020204020204" pitchFamily="34" charset="-122"/>
            </a:endParaRPr>
          </a:p>
        </p:txBody>
      </p:sp>
      <p:sp>
        <p:nvSpPr>
          <p:cNvPr id="41" name="TextBox 154">
            <a:extLst>
              <a:ext uri="{FF2B5EF4-FFF2-40B4-BE49-F238E27FC236}">
                <a16:creationId xmlns:a16="http://schemas.microsoft.com/office/drawing/2014/main" id="{05962A54-3B4B-7EAD-4EF4-08D8DF13958F}"/>
              </a:ext>
            </a:extLst>
          </p:cNvPr>
          <p:cNvSpPr txBox="1"/>
          <p:nvPr/>
        </p:nvSpPr>
        <p:spPr>
          <a:xfrm>
            <a:off x="10062012" y="2913513"/>
            <a:ext cx="676633" cy="369332"/>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zh-CN" altLang="en-US" b="0">
                <a:solidFill>
                  <a:schemeClr val="tx1"/>
                </a:solidFill>
                <a:latin typeface="微软雅黑" panose="020B0503020204020204" pitchFamily="34" charset="-122"/>
                <a:ea typeface="微软雅黑" panose="020B0503020204020204" pitchFamily="34" charset="-122"/>
              </a:rPr>
              <a:t>故障转移状态机</a:t>
            </a:r>
            <a:endParaRPr lang="zh-CN" altLang="en-US" sz="1050" b="0" dirty="0">
              <a:solidFill>
                <a:schemeClr val="tx1"/>
              </a:solidFill>
              <a:latin typeface="微软雅黑" panose="020B0503020204020204" pitchFamily="34" charset="-122"/>
              <a:ea typeface="微软雅黑" panose="020B0503020204020204" pitchFamily="34" charset="-122"/>
            </a:endParaRPr>
          </a:p>
        </p:txBody>
      </p:sp>
      <p:cxnSp>
        <p:nvCxnSpPr>
          <p:cNvPr id="42" name="Straight Connector 35">
            <a:extLst>
              <a:ext uri="{FF2B5EF4-FFF2-40B4-BE49-F238E27FC236}">
                <a16:creationId xmlns:a16="http://schemas.microsoft.com/office/drawing/2014/main" id="{3AFB4D56-6C19-DE8A-7735-F7759ED7E8DC}"/>
              </a:ext>
            </a:extLst>
          </p:cNvPr>
          <p:cNvCxnSpPr>
            <a:cxnSpLocks/>
          </p:cNvCxnSpPr>
          <p:nvPr/>
        </p:nvCxnSpPr>
        <p:spPr>
          <a:xfrm rot="10800000">
            <a:off x="10717984" y="2663868"/>
            <a:ext cx="711052" cy="399431"/>
          </a:xfrm>
          <a:prstGeom prst="curvedConnector3">
            <a:avLst>
              <a:gd name="adj1" fmla="val 50000"/>
            </a:avLst>
          </a:prstGeom>
          <a:ln w="12700">
            <a:solidFill>
              <a:schemeClr val="tx1"/>
            </a:solidFill>
            <a:prstDash val="sysDash"/>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45" name="Straight Connector 35">
            <a:extLst>
              <a:ext uri="{FF2B5EF4-FFF2-40B4-BE49-F238E27FC236}">
                <a16:creationId xmlns:a16="http://schemas.microsoft.com/office/drawing/2014/main" id="{273B1613-C7CF-7B9E-7C14-9DB977C858B9}"/>
              </a:ext>
            </a:extLst>
          </p:cNvPr>
          <p:cNvCxnSpPr>
            <a:cxnSpLocks/>
          </p:cNvCxnSpPr>
          <p:nvPr/>
        </p:nvCxnSpPr>
        <p:spPr>
          <a:xfrm rot="16200000" flipV="1">
            <a:off x="10537668" y="2816188"/>
            <a:ext cx="415435" cy="110793"/>
          </a:xfrm>
          <a:prstGeom prst="curvedConnector3">
            <a:avLst>
              <a:gd name="adj1" fmla="val 50000"/>
            </a:avLst>
          </a:prstGeom>
          <a:ln w="12700">
            <a:solidFill>
              <a:schemeClr val="tx1"/>
            </a:solidFill>
            <a:prstDash val="sysDash"/>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57" name="TextBox 154">
            <a:extLst>
              <a:ext uri="{FF2B5EF4-FFF2-40B4-BE49-F238E27FC236}">
                <a16:creationId xmlns:a16="http://schemas.microsoft.com/office/drawing/2014/main" id="{8B8E9D42-EC2B-2D19-1B50-1E1203B88CFA}"/>
              </a:ext>
            </a:extLst>
          </p:cNvPr>
          <p:cNvSpPr txBox="1"/>
          <p:nvPr/>
        </p:nvSpPr>
        <p:spPr>
          <a:xfrm>
            <a:off x="4630079" y="1522448"/>
            <a:ext cx="1031575" cy="523028"/>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marL="95998" indent="-95998">
              <a:lnSpc>
                <a:spcPct val="100000"/>
              </a:lnSpc>
              <a:buFont typeface="Arial" panose="020B0604020202020204" pitchFamily="34" charset="0"/>
              <a:buChar char="•"/>
            </a:pPr>
            <a:r>
              <a:rPr lang="zh-CN" altLang="en-US" sz="933" b="0">
                <a:solidFill>
                  <a:schemeClr val="tx1"/>
                </a:solidFill>
              </a:rPr>
              <a:t>容器管理</a:t>
            </a:r>
            <a:endParaRPr lang="en-US" altLang="zh-CN" sz="933" b="0">
              <a:solidFill>
                <a:schemeClr val="tx1"/>
              </a:solidFill>
            </a:endParaRPr>
          </a:p>
          <a:p>
            <a:pPr marL="95998" indent="-95998">
              <a:lnSpc>
                <a:spcPct val="100000"/>
              </a:lnSpc>
              <a:buFont typeface="Arial" panose="020B0604020202020204" pitchFamily="34" charset="0"/>
              <a:buChar char="•"/>
            </a:pPr>
            <a:r>
              <a:rPr lang="zh-CN" altLang="en-US" sz="933" b="0">
                <a:solidFill>
                  <a:schemeClr val="tx1"/>
                </a:solidFill>
              </a:rPr>
              <a:t>镜像仓库</a:t>
            </a:r>
            <a:endParaRPr lang="en-US" altLang="zh-CN" sz="933" b="0">
              <a:solidFill>
                <a:schemeClr val="tx1"/>
              </a:solidFill>
            </a:endParaRPr>
          </a:p>
          <a:p>
            <a:pPr marL="95998" indent="-95998">
              <a:lnSpc>
                <a:spcPct val="100000"/>
              </a:lnSpc>
              <a:buFont typeface="Arial" panose="020B0604020202020204" pitchFamily="34" charset="0"/>
              <a:buChar char="•"/>
            </a:pPr>
            <a:r>
              <a:rPr lang="zh-CN" altLang="en-US" sz="933" b="0">
                <a:solidFill>
                  <a:schemeClr val="tx1"/>
                </a:solidFill>
              </a:rPr>
              <a:t>监控预警</a:t>
            </a:r>
            <a:endParaRPr lang="zh-CN" altLang="en-US" sz="933" b="0" dirty="0">
              <a:solidFill>
                <a:schemeClr val="tx1"/>
              </a:solidFill>
            </a:endParaRPr>
          </a:p>
        </p:txBody>
      </p:sp>
      <p:cxnSp>
        <p:nvCxnSpPr>
          <p:cNvPr id="166" name="Straight Connector 35">
            <a:extLst>
              <a:ext uri="{FF2B5EF4-FFF2-40B4-BE49-F238E27FC236}">
                <a16:creationId xmlns:a16="http://schemas.microsoft.com/office/drawing/2014/main" id="{A84430AB-C61B-9840-8906-832392983F40}"/>
              </a:ext>
            </a:extLst>
          </p:cNvPr>
          <p:cNvCxnSpPr>
            <a:cxnSpLocks/>
          </p:cNvCxnSpPr>
          <p:nvPr/>
        </p:nvCxnSpPr>
        <p:spPr>
          <a:xfrm flipH="1" flipV="1">
            <a:off x="8062555" y="4925752"/>
            <a:ext cx="1899" cy="513131"/>
          </a:xfrm>
          <a:prstGeom prst="straightConnector1">
            <a:avLst/>
          </a:prstGeom>
          <a:ln w="12700">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3" name="Straight Connector 35">
            <a:extLst>
              <a:ext uri="{FF2B5EF4-FFF2-40B4-BE49-F238E27FC236}">
                <a16:creationId xmlns:a16="http://schemas.microsoft.com/office/drawing/2014/main" id="{C61F0818-BA56-AD95-6A5D-52AE877462AB}"/>
              </a:ext>
            </a:extLst>
          </p:cNvPr>
          <p:cNvCxnSpPr>
            <a:cxnSpLocks/>
          </p:cNvCxnSpPr>
          <p:nvPr/>
        </p:nvCxnSpPr>
        <p:spPr>
          <a:xfrm flipH="1" flipV="1">
            <a:off x="6777286" y="4937630"/>
            <a:ext cx="1899" cy="513131"/>
          </a:xfrm>
          <a:prstGeom prst="straightConnector1">
            <a:avLst/>
          </a:prstGeom>
          <a:ln w="12700">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66" name="Straight Connector 35">
            <a:extLst>
              <a:ext uri="{FF2B5EF4-FFF2-40B4-BE49-F238E27FC236}">
                <a16:creationId xmlns:a16="http://schemas.microsoft.com/office/drawing/2014/main" id="{533649E2-A43B-D70F-154F-C6C199FB6C9D}"/>
              </a:ext>
            </a:extLst>
          </p:cNvPr>
          <p:cNvCxnSpPr>
            <a:cxnSpLocks/>
            <a:stCxn id="107" idx="1"/>
          </p:cNvCxnSpPr>
          <p:nvPr/>
        </p:nvCxnSpPr>
        <p:spPr>
          <a:xfrm flipH="1" flipV="1">
            <a:off x="3487054" y="4326607"/>
            <a:ext cx="1208399" cy="8571"/>
          </a:xfrm>
          <a:prstGeom prst="line">
            <a:avLst/>
          </a:prstGeom>
          <a:ln w="12700">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96" name="Straight Connector 35">
            <a:extLst>
              <a:ext uri="{FF2B5EF4-FFF2-40B4-BE49-F238E27FC236}">
                <a16:creationId xmlns:a16="http://schemas.microsoft.com/office/drawing/2014/main" id="{BC3CCFB1-3AA6-C365-8696-9F7B7CCB24A8}"/>
              </a:ext>
            </a:extLst>
          </p:cNvPr>
          <p:cNvCxnSpPr>
            <a:cxnSpLocks/>
            <a:endCxn id="311" idx="3"/>
          </p:cNvCxnSpPr>
          <p:nvPr/>
        </p:nvCxnSpPr>
        <p:spPr>
          <a:xfrm flipH="1" flipV="1">
            <a:off x="5222807" y="3423679"/>
            <a:ext cx="537515" cy="1787"/>
          </a:xfrm>
          <a:prstGeom prst="straightConnector1">
            <a:avLst/>
          </a:prstGeom>
          <a:ln w="9525">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107" name="矩形 106">
            <a:extLst>
              <a:ext uri="{FF2B5EF4-FFF2-40B4-BE49-F238E27FC236}">
                <a16:creationId xmlns:a16="http://schemas.microsoft.com/office/drawing/2014/main" id="{FBD22C64-91AC-29DE-2037-7FADAD505967}"/>
              </a:ext>
            </a:extLst>
          </p:cNvPr>
          <p:cNvSpPr/>
          <p:nvPr/>
        </p:nvSpPr>
        <p:spPr>
          <a:xfrm>
            <a:off x="4695452" y="4069365"/>
            <a:ext cx="527355" cy="531625"/>
          </a:xfrm>
          <a:prstGeom prst="rect">
            <a:avLst/>
          </a:prstGeom>
          <a:noFill/>
          <a:ln w="6350" cap="flat" cmpd="sng" algn="ctr">
            <a:solidFill>
              <a:schemeClr val="tx1"/>
            </a:solidFill>
            <a:prstDash val="dash"/>
            <a:miter lim="800000"/>
          </a:ln>
          <a:effectLst/>
        </p:spPr>
        <p:txBody>
          <a:bodyPr lIns="68580" tIns="34291" rIns="68580" bIns="34291" rtlCol="0" anchor="ctr"/>
          <a:lstStyle/>
          <a:p>
            <a:pPr algn="ctr" defTabSz="685783">
              <a:defRPr/>
            </a:pPr>
            <a:endParaRPr lang="zh-CN" altLang="en-US" sz="1200" kern="0">
              <a:latin typeface="微软雅黑" panose="020B0503020204020204" charset="-122"/>
              <a:ea typeface="微软雅黑" panose="020B0503020204020204" charset="-122"/>
            </a:endParaRPr>
          </a:p>
        </p:txBody>
      </p:sp>
      <p:sp>
        <p:nvSpPr>
          <p:cNvPr id="229" name="TextBox 154">
            <a:extLst>
              <a:ext uri="{FF2B5EF4-FFF2-40B4-BE49-F238E27FC236}">
                <a16:creationId xmlns:a16="http://schemas.microsoft.com/office/drawing/2014/main" id="{12C85B28-8A8B-08E2-AC5C-6D99EC4F8972}"/>
              </a:ext>
            </a:extLst>
          </p:cNvPr>
          <p:cNvSpPr txBox="1"/>
          <p:nvPr/>
        </p:nvSpPr>
        <p:spPr>
          <a:xfrm>
            <a:off x="1853801" y="3902489"/>
            <a:ext cx="564828" cy="235898"/>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933" b="0">
                <a:solidFill>
                  <a:schemeClr val="tx1"/>
                </a:solidFill>
              </a:rPr>
              <a:t>LB</a:t>
            </a:r>
          </a:p>
        </p:txBody>
      </p:sp>
      <p:sp>
        <p:nvSpPr>
          <p:cNvPr id="231" name="TextBox 154">
            <a:extLst>
              <a:ext uri="{FF2B5EF4-FFF2-40B4-BE49-F238E27FC236}">
                <a16:creationId xmlns:a16="http://schemas.microsoft.com/office/drawing/2014/main" id="{625594A6-5B70-5CF1-EBD1-185531DBA7EA}"/>
              </a:ext>
            </a:extLst>
          </p:cNvPr>
          <p:cNvSpPr txBox="1"/>
          <p:nvPr/>
        </p:nvSpPr>
        <p:spPr>
          <a:xfrm>
            <a:off x="1004790" y="3639629"/>
            <a:ext cx="175165" cy="123111"/>
          </a:xfrm>
          <a:prstGeom prst="rect">
            <a:avLst/>
          </a:prstGeom>
          <a:solidFill>
            <a:srgbClr val="25C1FB"/>
          </a:solidFill>
        </p:spPr>
        <p:txBody>
          <a:bodyPr wrap="square" lIns="0" tIns="0" rIns="0" bIns="0" rtlCol="0">
            <a:spAutoFit/>
          </a:bodyPr>
          <a:lstStyle>
            <a:defPPr>
              <a:defRPr lang="en-US"/>
            </a:defPPr>
            <a:lvl1pPr>
              <a:lnSpc>
                <a:spcPct val="150000"/>
              </a:lnSpc>
              <a:defRPr kumimoji="1" sz="900" b="1">
                <a:solidFill>
                  <a:srgbClr val="FFC000"/>
                </a:solidFill>
              </a:defRPr>
            </a:lvl1pPr>
          </a:lstStyle>
          <a:p>
            <a:pPr algn="ctr">
              <a:lnSpc>
                <a:spcPct val="100000"/>
              </a:lnSpc>
            </a:pPr>
            <a:r>
              <a:rPr lang="en-US" altLang="zh-CN" sz="800" b="0">
                <a:solidFill>
                  <a:schemeClr val="tx1"/>
                </a:solidFill>
              </a:rPr>
              <a:t>80</a:t>
            </a:r>
          </a:p>
        </p:txBody>
      </p:sp>
      <p:sp>
        <p:nvSpPr>
          <p:cNvPr id="233" name="TextBox 154">
            <a:extLst>
              <a:ext uri="{FF2B5EF4-FFF2-40B4-BE49-F238E27FC236}">
                <a16:creationId xmlns:a16="http://schemas.microsoft.com/office/drawing/2014/main" id="{947C58FD-72F8-CC43-F2E9-DD1804179283}"/>
              </a:ext>
            </a:extLst>
          </p:cNvPr>
          <p:cNvSpPr txBox="1"/>
          <p:nvPr/>
        </p:nvSpPr>
        <p:spPr>
          <a:xfrm>
            <a:off x="361795" y="4606365"/>
            <a:ext cx="530192" cy="336695"/>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r>
              <a:rPr lang="zh-CN" altLang="en-US" sz="1200">
                <a:solidFill>
                  <a:schemeClr val="tx1"/>
                </a:solidFill>
                <a:latin typeface="微软雅黑" panose="020B0503020204020204" pitchFamily="34" charset="-122"/>
                <a:ea typeface="微软雅黑" panose="020B0503020204020204" pitchFamily="34" charset="-122"/>
              </a:rPr>
              <a:t>运维</a:t>
            </a:r>
            <a:endParaRPr lang="zh-CN" altLang="en-US" sz="1200" dirty="0">
              <a:solidFill>
                <a:schemeClr val="tx1"/>
              </a:solidFill>
              <a:latin typeface="微软雅黑" panose="020B0503020204020204" pitchFamily="34" charset="-122"/>
              <a:ea typeface="微软雅黑" panose="020B0503020204020204" pitchFamily="34" charset="-122"/>
            </a:endParaRPr>
          </a:p>
        </p:txBody>
      </p:sp>
      <p:cxnSp>
        <p:nvCxnSpPr>
          <p:cNvPr id="238" name="Straight Connector 35">
            <a:extLst>
              <a:ext uri="{FF2B5EF4-FFF2-40B4-BE49-F238E27FC236}">
                <a16:creationId xmlns:a16="http://schemas.microsoft.com/office/drawing/2014/main" id="{F89FDC9E-8DD8-ED01-6AC5-0E1BDDE36740}"/>
              </a:ext>
            </a:extLst>
          </p:cNvPr>
          <p:cNvCxnSpPr>
            <a:cxnSpLocks/>
            <a:endCxn id="7" idx="3"/>
          </p:cNvCxnSpPr>
          <p:nvPr/>
        </p:nvCxnSpPr>
        <p:spPr>
          <a:xfrm rot="10800000" flipV="1">
            <a:off x="775827" y="3813317"/>
            <a:ext cx="1056655" cy="715851"/>
          </a:xfrm>
          <a:prstGeom prst="bentConnector3">
            <a:avLst>
              <a:gd name="adj1" fmla="val 50000"/>
            </a:avLst>
          </a:prstGeom>
          <a:ln w="12700">
            <a:solidFill>
              <a:srgbClr val="C270AA"/>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242" name="TextBox 154">
            <a:extLst>
              <a:ext uri="{FF2B5EF4-FFF2-40B4-BE49-F238E27FC236}">
                <a16:creationId xmlns:a16="http://schemas.microsoft.com/office/drawing/2014/main" id="{92AA25FF-1D65-3DC2-E7D1-8C63B1110413}"/>
              </a:ext>
            </a:extLst>
          </p:cNvPr>
          <p:cNvSpPr txBox="1"/>
          <p:nvPr/>
        </p:nvSpPr>
        <p:spPr>
          <a:xfrm>
            <a:off x="944941" y="4458649"/>
            <a:ext cx="278099"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8090</a:t>
            </a:r>
            <a:endParaRPr lang="en-US" altLang="zh-CN" sz="933"/>
          </a:p>
        </p:txBody>
      </p:sp>
      <p:sp>
        <p:nvSpPr>
          <p:cNvPr id="35" name="TextBox 154">
            <a:extLst>
              <a:ext uri="{FF2B5EF4-FFF2-40B4-BE49-F238E27FC236}">
                <a16:creationId xmlns:a16="http://schemas.microsoft.com/office/drawing/2014/main" id="{2B6FF2F4-1A34-CF1A-11D3-E0C5A48BD8BC}"/>
              </a:ext>
            </a:extLst>
          </p:cNvPr>
          <p:cNvSpPr txBox="1"/>
          <p:nvPr/>
        </p:nvSpPr>
        <p:spPr>
          <a:xfrm rot="19478762">
            <a:off x="2339380" y="3488102"/>
            <a:ext cx="386827"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80,8090</a:t>
            </a:r>
          </a:p>
        </p:txBody>
      </p:sp>
      <p:sp>
        <p:nvSpPr>
          <p:cNvPr id="36" name="TextBox 154">
            <a:extLst>
              <a:ext uri="{FF2B5EF4-FFF2-40B4-BE49-F238E27FC236}">
                <a16:creationId xmlns:a16="http://schemas.microsoft.com/office/drawing/2014/main" id="{9A64DC03-5E80-1AFE-EAE2-07E86A18395C}"/>
              </a:ext>
            </a:extLst>
          </p:cNvPr>
          <p:cNvSpPr txBox="1"/>
          <p:nvPr/>
        </p:nvSpPr>
        <p:spPr>
          <a:xfrm rot="1750624">
            <a:off x="2377221" y="3872305"/>
            <a:ext cx="386827" cy="123111"/>
          </a:xfrm>
          <a:prstGeom prst="rect">
            <a:avLst/>
          </a:prstGeom>
          <a:solidFill>
            <a:srgbClr val="25C1FB"/>
          </a:solidFill>
        </p:spPr>
        <p:txBody>
          <a:bodyPr wrap="square" lIns="0" tIns="0" rIns="0" bIns="0" rtlCol="0">
            <a:spAutoFit/>
          </a:bodyPr>
          <a:lstStyle>
            <a:defPPr>
              <a:defRPr lang="en-US"/>
            </a:defPPr>
            <a:lvl1pPr>
              <a:lnSpc>
                <a:spcPct val="150000"/>
              </a:lnSpc>
              <a:defRPr kumimoji="1" sz="900" b="1">
                <a:solidFill>
                  <a:srgbClr val="FFC000"/>
                </a:solidFill>
              </a:defRPr>
            </a:lvl1pPr>
          </a:lstStyle>
          <a:p>
            <a:pPr algn="ctr">
              <a:lnSpc>
                <a:spcPct val="100000"/>
              </a:lnSpc>
            </a:pPr>
            <a:r>
              <a:rPr lang="en-US" altLang="zh-CN" sz="800" b="0">
                <a:solidFill>
                  <a:schemeClr val="tx1"/>
                </a:solidFill>
              </a:rPr>
              <a:t>80,8090</a:t>
            </a:r>
          </a:p>
        </p:txBody>
      </p:sp>
      <p:sp>
        <p:nvSpPr>
          <p:cNvPr id="50" name="TextBox 154">
            <a:extLst>
              <a:ext uri="{FF2B5EF4-FFF2-40B4-BE49-F238E27FC236}">
                <a16:creationId xmlns:a16="http://schemas.microsoft.com/office/drawing/2014/main" id="{B865ED01-4554-3BE4-26A4-590CF9C0B230}"/>
              </a:ext>
            </a:extLst>
          </p:cNvPr>
          <p:cNvSpPr txBox="1"/>
          <p:nvPr/>
        </p:nvSpPr>
        <p:spPr>
          <a:xfrm>
            <a:off x="3765384" y="3365457"/>
            <a:ext cx="386827"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30002</a:t>
            </a:r>
          </a:p>
        </p:txBody>
      </p:sp>
      <p:sp>
        <p:nvSpPr>
          <p:cNvPr id="55" name="TextBox 154">
            <a:extLst>
              <a:ext uri="{FF2B5EF4-FFF2-40B4-BE49-F238E27FC236}">
                <a16:creationId xmlns:a16="http://schemas.microsoft.com/office/drawing/2014/main" id="{47F54F69-A4DD-2E0E-7ABF-DD861455AFD2}"/>
              </a:ext>
            </a:extLst>
          </p:cNvPr>
          <p:cNvSpPr txBox="1"/>
          <p:nvPr/>
        </p:nvSpPr>
        <p:spPr>
          <a:xfrm>
            <a:off x="3771031" y="4263443"/>
            <a:ext cx="386827"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30001</a:t>
            </a:r>
          </a:p>
        </p:txBody>
      </p:sp>
      <p:sp>
        <p:nvSpPr>
          <p:cNvPr id="261" name="TextBox 154">
            <a:extLst>
              <a:ext uri="{FF2B5EF4-FFF2-40B4-BE49-F238E27FC236}">
                <a16:creationId xmlns:a16="http://schemas.microsoft.com/office/drawing/2014/main" id="{9E731654-0896-BE99-6686-8A226BF35EA9}"/>
              </a:ext>
            </a:extLst>
          </p:cNvPr>
          <p:cNvSpPr txBox="1"/>
          <p:nvPr/>
        </p:nvSpPr>
        <p:spPr>
          <a:xfrm>
            <a:off x="5287121" y="3364349"/>
            <a:ext cx="305556"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21880</a:t>
            </a:r>
          </a:p>
        </p:txBody>
      </p:sp>
      <p:sp>
        <p:nvSpPr>
          <p:cNvPr id="262" name="TextBox 154">
            <a:extLst>
              <a:ext uri="{FF2B5EF4-FFF2-40B4-BE49-F238E27FC236}">
                <a16:creationId xmlns:a16="http://schemas.microsoft.com/office/drawing/2014/main" id="{B73221EF-78F6-2D50-EF7E-2AB0E504E14F}"/>
              </a:ext>
            </a:extLst>
          </p:cNvPr>
          <p:cNvSpPr txBox="1"/>
          <p:nvPr/>
        </p:nvSpPr>
        <p:spPr>
          <a:xfrm>
            <a:off x="4702155" y="2151009"/>
            <a:ext cx="296484"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6443</a:t>
            </a:r>
          </a:p>
        </p:txBody>
      </p:sp>
      <p:sp>
        <p:nvSpPr>
          <p:cNvPr id="266" name="TextBox 154">
            <a:extLst>
              <a:ext uri="{FF2B5EF4-FFF2-40B4-BE49-F238E27FC236}">
                <a16:creationId xmlns:a16="http://schemas.microsoft.com/office/drawing/2014/main" id="{E5756EC6-3608-6B0E-9265-F66F324E0A80}"/>
              </a:ext>
            </a:extLst>
          </p:cNvPr>
          <p:cNvSpPr txBox="1"/>
          <p:nvPr/>
        </p:nvSpPr>
        <p:spPr>
          <a:xfrm>
            <a:off x="6622125" y="2294314"/>
            <a:ext cx="296484"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9400</a:t>
            </a:r>
          </a:p>
        </p:txBody>
      </p:sp>
      <p:sp>
        <p:nvSpPr>
          <p:cNvPr id="267" name="TextBox 154">
            <a:extLst>
              <a:ext uri="{FF2B5EF4-FFF2-40B4-BE49-F238E27FC236}">
                <a16:creationId xmlns:a16="http://schemas.microsoft.com/office/drawing/2014/main" id="{AB3EF3D3-37EA-2840-4821-022D719DA603}"/>
              </a:ext>
            </a:extLst>
          </p:cNvPr>
          <p:cNvSpPr txBox="1"/>
          <p:nvPr/>
        </p:nvSpPr>
        <p:spPr>
          <a:xfrm>
            <a:off x="8252995" y="1506978"/>
            <a:ext cx="1031575" cy="523028"/>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marL="95998" indent="-95998">
              <a:lnSpc>
                <a:spcPct val="100000"/>
              </a:lnSpc>
              <a:buFont typeface="Arial" panose="020B0604020202020204" pitchFamily="34" charset="0"/>
              <a:buChar char="•"/>
            </a:pPr>
            <a:r>
              <a:rPr lang="en-US" altLang="zh-CN" sz="933" b="0">
                <a:solidFill>
                  <a:schemeClr val="tx1"/>
                </a:solidFill>
                <a:latin typeface="微软雅黑" panose="020B0503020204020204" pitchFamily="34" charset="-122"/>
                <a:ea typeface="微软雅黑" panose="020B0503020204020204" pitchFamily="34" charset="-122"/>
              </a:rPr>
              <a:t>ElasticSearch</a:t>
            </a:r>
          </a:p>
          <a:p>
            <a:pPr marL="95998" indent="-95998">
              <a:lnSpc>
                <a:spcPct val="100000"/>
              </a:lnSpc>
              <a:buFont typeface="Arial" panose="020B0604020202020204" pitchFamily="34" charset="0"/>
              <a:buChar char="•"/>
            </a:pPr>
            <a:r>
              <a:rPr lang="en-US" altLang="zh-CN" sz="933" b="0">
                <a:solidFill>
                  <a:schemeClr val="tx1"/>
                </a:solidFill>
                <a:latin typeface="微软雅黑" panose="020B0503020204020204" pitchFamily="34" charset="-122"/>
                <a:ea typeface="微软雅黑" panose="020B0503020204020204" pitchFamily="34" charset="-122"/>
              </a:rPr>
              <a:t>Logstash</a:t>
            </a:r>
          </a:p>
          <a:p>
            <a:pPr marL="95998" indent="-95998">
              <a:lnSpc>
                <a:spcPct val="100000"/>
              </a:lnSpc>
              <a:buFont typeface="Arial" panose="020B0604020202020204" pitchFamily="34" charset="0"/>
              <a:buChar char="•"/>
            </a:pPr>
            <a:r>
              <a:rPr lang="en-US" altLang="zh-CN" sz="933" b="0">
                <a:solidFill>
                  <a:schemeClr val="tx1"/>
                </a:solidFill>
                <a:latin typeface="微软雅黑" panose="020B0503020204020204" pitchFamily="34" charset="-122"/>
                <a:ea typeface="微软雅黑" panose="020B0503020204020204" pitchFamily="34" charset="-122"/>
              </a:rPr>
              <a:t>kafka</a:t>
            </a:r>
            <a:endParaRPr lang="zh-CN" altLang="en-US" sz="933" b="0" dirty="0">
              <a:solidFill>
                <a:schemeClr val="tx1"/>
              </a:solidFill>
              <a:latin typeface="微软雅黑" panose="020B0503020204020204" pitchFamily="34" charset="-122"/>
              <a:ea typeface="微软雅黑" panose="020B0503020204020204" pitchFamily="34" charset="-122"/>
            </a:endParaRPr>
          </a:p>
        </p:txBody>
      </p:sp>
      <p:sp>
        <p:nvSpPr>
          <p:cNvPr id="276" name="TextBox 154">
            <a:extLst>
              <a:ext uri="{FF2B5EF4-FFF2-40B4-BE49-F238E27FC236}">
                <a16:creationId xmlns:a16="http://schemas.microsoft.com/office/drawing/2014/main" id="{883367B6-452A-F327-C264-8E8C3EB664A9}"/>
              </a:ext>
            </a:extLst>
          </p:cNvPr>
          <p:cNvSpPr txBox="1"/>
          <p:nvPr/>
        </p:nvSpPr>
        <p:spPr>
          <a:xfrm>
            <a:off x="8163395" y="1259537"/>
            <a:ext cx="1175740" cy="253916"/>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1050" b="0">
                <a:solidFill>
                  <a:schemeClr val="tx1"/>
                </a:solidFill>
                <a:latin typeface="微软雅黑" panose="020B0503020204020204" pitchFamily="34" charset="-122"/>
                <a:ea typeface="微软雅黑" panose="020B0503020204020204" pitchFamily="34" charset="-122"/>
              </a:rPr>
              <a:t>ELK</a:t>
            </a:r>
            <a:r>
              <a:rPr lang="zh-CN" altLang="en-US" sz="1050" b="0">
                <a:solidFill>
                  <a:schemeClr val="tx1"/>
                </a:solidFill>
                <a:latin typeface="微软雅黑" panose="020B0503020204020204" pitchFamily="34" charset="-122"/>
                <a:ea typeface="微软雅黑" panose="020B0503020204020204" pitchFamily="34" charset="-122"/>
              </a:rPr>
              <a:t>日志服务</a:t>
            </a:r>
            <a:endParaRPr lang="zh-CN" altLang="en-US" sz="1050" b="0" dirty="0">
              <a:solidFill>
                <a:schemeClr val="tx1"/>
              </a:solidFill>
              <a:latin typeface="微软雅黑" panose="020B0503020204020204" pitchFamily="34" charset="-122"/>
              <a:ea typeface="微软雅黑" panose="020B0503020204020204" pitchFamily="34" charset="-122"/>
            </a:endParaRPr>
          </a:p>
        </p:txBody>
      </p:sp>
      <p:cxnSp>
        <p:nvCxnSpPr>
          <p:cNvPr id="279" name="Straight Connector 35">
            <a:extLst>
              <a:ext uri="{FF2B5EF4-FFF2-40B4-BE49-F238E27FC236}">
                <a16:creationId xmlns:a16="http://schemas.microsoft.com/office/drawing/2014/main" id="{EB77E5CC-0D4F-DA12-0E4A-AB662F8480CC}"/>
              </a:ext>
            </a:extLst>
          </p:cNvPr>
          <p:cNvCxnSpPr>
            <a:cxnSpLocks/>
          </p:cNvCxnSpPr>
          <p:nvPr/>
        </p:nvCxnSpPr>
        <p:spPr>
          <a:xfrm flipH="1">
            <a:off x="8361558" y="2084971"/>
            <a:ext cx="71" cy="482604"/>
          </a:xfrm>
          <a:prstGeom prst="straightConnector1">
            <a:avLst/>
          </a:prstGeom>
          <a:ln w="12700">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cxnSp>
        <p:nvCxnSpPr>
          <p:cNvPr id="280" name="Straight Connector 35">
            <a:extLst>
              <a:ext uri="{FF2B5EF4-FFF2-40B4-BE49-F238E27FC236}">
                <a16:creationId xmlns:a16="http://schemas.microsoft.com/office/drawing/2014/main" id="{21C0F1A7-E2F3-120D-60EF-F4072193839A}"/>
              </a:ext>
            </a:extLst>
          </p:cNvPr>
          <p:cNvCxnSpPr>
            <a:cxnSpLocks/>
          </p:cNvCxnSpPr>
          <p:nvPr/>
        </p:nvCxnSpPr>
        <p:spPr>
          <a:xfrm flipH="1">
            <a:off x="8847378" y="2084971"/>
            <a:ext cx="71" cy="482604"/>
          </a:xfrm>
          <a:prstGeom prst="straightConnector1">
            <a:avLst/>
          </a:prstGeom>
          <a:ln w="12700">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283" name="TextBox 154">
            <a:extLst>
              <a:ext uri="{FF2B5EF4-FFF2-40B4-BE49-F238E27FC236}">
                <a16:creationId xmlns:a16="http://schemas.microsoft.com/office/drawing/2014/main" id="{21536E93-E42D-70FD-8FDF-B946DAF2001C}"/>
              </a:ext>
            </a:extLst>
          </p:cNvPr>
          <p:cNvSpPr txBox="1"/>
          <p:nvPr/>
        </p:nvSpPr>
        <p:spPr>
          <a:xfrm>
            <a:off x="8708689" y="2258983"/>
            <a:ext cx="296484"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9200</a:t>
            </a:r>
          </a:p>
        </p:txBody>
      </p:sp>
      <p:sp>
        <p:nvSpPr>
          <p:cNvPr id="286" name="TextBox 154">
            <a:extLst>
              <a:ext uri="{FF2B5EF4-FFF2-40B4-BE49-F238E27FC236}">
                <a16:creationId xmlns:a16="http://schemas.microsoft.com/office/drawing/2014/main" id="{423611E0-4ADE-4A82-74DB-6FB30BF11F48}"/>
              </a:ext>
            </a:extLst>
          </p:cNvPr>
          <p:cNvSpPr txBox="1"/>
          <p:nvPr/>
        </p:nvSpPr>
        <p:spPr>
          <a:xfrm>
            <a:off x="8218553" y="2258983"/>
            <a:ext cx="296484"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9092</a:t>
            </a:r>
          </a:p>
        </p:txBody>
      </p:sp>
      <p:sp>
        <p:nvSpPr>
          <p:cNvPr id="72" name="TextBox 154">
            <a:extLst>
              <a:ext uri="{FF2B5EF4-FFF2-40B4-BE49-F238E27FC236}">
                <a16:creationId xmlns:a16="http://schemas.microsoft.com/office/drawing/2014/main" id="{04C46B6B-C974-954D-32B9-2EEF47C6EEDB}"/>
              </a:ext>
            </a:extLst>
          </p:cNvPr>
          <p:cNvSpPr txBox="1"/>
          <p:nvPr/>
        </p:nvSpPr>
        <p:spPr>
          <a:xfrm>
            <a:off x="2577916" y="2427322"/>
            <a:ext cx="296484"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80</a:t>
            </a:r>
          </a:p>
        </p:txBody>
      </p:sp>
      <p:sp>
        <p:nvSpPr>
          <p:cNvPr id="73" name="TextBox 154">
            <a:extLst>
              <a:ext uri="{FF2B5EF4-FFF2-40B4-BE49-F238E27FC236}">
                <a16:creationId xmlns:a16="http://schemas.microsoft.com/office/drawing/2014/main" id="{55D2F476-EEE2-6618-7AE1-93535631BA9A}"/>
              </a:ext>
            </a:extLst>
          </p:cNvPr>
          <p:cNvSpPr txBox="1"/>
          <p:nvPr/>
        </p:nvSpPr>
        <p:spPr>
          <a:xfrm>
            <a:off x="9376190" y="3182970"/>
            <a:ext cx="296484"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5432</a:t>
            </a:r>
          </a:p>
        </p:txBody>
      </p:sp>
      <p:sp>
        <p:nvSpPr>
          <p:cNvPr id="81" name="TextBox 154">
            <a:extLst>
              <a:ext uri="{FF2B5EF4-FFF2-40B4-BE49-F238E27FC236}">
                <a16:creationId xmlns:a16="http://schemas.microsoft.com/office/drawing/2014/main" id="{9B577EC5-0721-1C88-84DF-29324CC4B64F}"/>
              </a:ext>
            </a:extLst>
          </p:cNvPr>
          <p:cNvSpPr txBox="1"/>
          <p:nvPr/>
        </p:nvSpPr>
        <p:spPr>
          <a:xfrm>
            <a:off x="9412647" y="4422529"/>
            <a:ext cx="296484"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8080</a:t>
            </a:r>
          </a:p>
        </p:txBody>
      </p:sp>
      <p:sp>
        <p:nvSpPr>
          <p:cNvPr id="83" name="TextBox 154">
            <a:extLst>
              <a:ext uri="{FF2B5EF4-FFF2-40B4-BE49-F238E27FC236}">
                <a16:creationId xmlns:a16="http://schemas.microsoft.com/office/drawing/2014/main" id="{3E3E23FA-51C3-3322-1055-E9B7C2076302}"/>
              </a:ext>
            </a:extLst>
          </p:cNvPr>
          <p:cNvSpPr txBox="1"/>
          <p:nvPr/>
        </p:nvSpPr>
        <p:spPr>
          <a:xfrm>
            <a:off x="7523561" y="5078452"/>
            <a:ext cx="1062555" cy="24622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6379</a:t>
            </a:r>
            <a:r>
              <a:rPr lang="zh-CN" altLang="en-US" sz="800"/>
              <a:t>、</a:t>
            </a:r>
            <a:r>
              <a:rPr lang="en-US" altLang="zh-CN" sz="800"/>
              <a:t>6380</a:t>
            </a:r>
            <a:r>
              <a:rPr lang="zh-CN" altLang="en-US" sz="800"/>
              <a:t>、</a:t>
            </a:r>
            <a:r>
              <a:rPr lang="en-US" altLang="zh-CN" sz="800"/>
              <a:t>6381</a:t>
            </a:r>
            <a:r>
              <a:rPr lang="zh-CN" altLang="en-US" sz="800"/>
              <a:t>、</a:t>
            </a:r>
            <a:r>
              <a:rPr lang="en-US" altLang="zh-CN" sz="800"/>
              <a:t>7505</a:t>
            </a:r>
            <a:r>
              <a:rPr lang="zh-CN" altLang="en-US" sz="800"/>
              <a:t>、</a:t>
            </a:r>
            <a:r>
              <a:rPr lang="en-US" altLang="zh-CN" sz="800"/>
              <a:t>7506</a:t>
            </a:r>
            <a:r>
              <a:rPr lang="zh-CN" altLang="en-US" sz="800"/>
              <a:t>、</a:t>
            </a:r>
            <a:r>
              <a:rPr lang="en-US" altLang="zh-CN" sz="800"/>
              <a:t>7507</a:t>
            </a:r>
          </a:p>
        </p:txBody>
      </p:sp>
      <p:sp>
        <p:nvSpPr>
          <p:cNvPr id="86" name="TextBox 154">
            <a:extLst>
              <a:ext uri="{FF2B5EF4-FFF2-40B4-BE49-F238E27FC236}">
                <a16:creationId xmlns:a16="http://schemas.microsoft.com/office/drawing/2014/main" id="{009920C1-49A2-6278-C76D-6B94A7018068}"/>
              </a:ext>
            </a:extLst>
          </p:cNvPr>
          <p:cNvSpPr txBox="1"/>
          <p:nvPr/>
        </p:nvSpPr>
        <p:spPr>
          <a:xfrm>
            <a:off x="6532658" y="5114393"/>
            <a:ext cx="455497"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2181</a:t>
            </a:r>
          </a:p>
        </p:txBody>
      </p:sp>
      <p:sp>
        <p:nvSpPr>
          <p:cNvPr id="21" name="TextBox 154">
            <a:extLst>
              <a:ext uri="{FF2B5EF4-FFF2-40B4-BE49-F238E27FC236}">
                <a16:creationId xmlns:a16="http://schemas.microsoft.com/office/drawing/2014/main" id="{2512C119-2ED9-3A75-B4DE-D190CA4E838A}"/>
              </a:ext>
            </a:extLst>
          </p:cNvPr>
          <p:cNvSpPr txBox="1"/>
          <p:nvPr/>
        </p:nvSpPr>
        <p:spPr>
          <a:xfrm>
            <a:off x="5231788" y="6218418"/>
            <a:ext cx="808335" cy="253916"/>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1050" b="0">
                <a:solidFill>
                  <a:schemeClr val="tx1"/>
                </a:solidFill>
                <a:latin typeface="微软雅黑" panose="020B0503020204020204" pitchFamily="34" charset="-122"/>
                <a:ea typeface="微软雅黑" panose="020B0503020204020204" pitchFamily="34" charset="-122"/>
              </a:rPr>
              <a:t>MQ</a:t>
            </a:r>
            <a:r>
              <a:rPr lang="zh-CN" altLang="en-US" sz="1050" b="0">
                <a:solidFill>
                  <a:schemeClr val="tx1"/>
                </a:solidFill>
                <a:latin typeface="微软雅黑" panose="020B0503020204020204" pitchFamily="34" charset="-122"/>
                <a:ea typeface="微软雅黑" panose="020B0503020204020204" pitchFamily="34" charset="-122"/>
              </a:rPr>
              <a:t>集群</a:t>
            </a:r>
            <a:endParaRPr lang="zh-CN" altLang="en-US" sz="1050" b="0" dirty="0">
              <a:solidFill>
                <a:schemeClr val="tx1"/>
              </a:solidFill>
              <a:latin typeface="微软雅黑" panose="020B0503020204020204" pitchFamily="34" charset="-122"/>
              <a:ea typeface="微软雅黑" panose="020B0503020204020204" pitchFamily="34" charset="-122"/>
            </a:endParaRPr>
          </a:p>
        </p:txBody>
      </p:sp>
      <p:sp>
        <p:nvSpPr>
          <p:cNvPr id="225" name="TextBox 154">
            <a:extLst>
              <a:ext uri="{FF2B5EF4-FFF2-40B4-BE49-F238E27FC236}">
                <a16:creationId xmlns:a16="http://schemas.microsoft.com/office/drawing/2014/main" id="{909DB13B-3242-C301-C1A0-066AEBCE3660}"/>
              </a:ext>
            </a:extLst>
          </p:cNvPr>
          <p:cNvSpPr txBox="1"/>
          <p:nvPr/>
        </p:nvSpPr>
        <p:spPr>
          <a:xfrm>
            <a:off x="6390544" y="6211889"/>
            <a:ext cx="944185" cy="253916"/>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1050" b="0">
                <a:solidFill>
                  <a:schemeClr val="tx1"/>
                </a:solidFill>
                <a:latin typeface="微软雅黑" panose="020B0503020204020204" pitchFamily="34" charset="-122"/>
                <a:ea typeface="微软雅黑" panose="020B0503020204020204" pitchFamily="34" charset="-122"/>
              </a:rPr>
              <a:t>ZK</a:t>
            </a:r>
            <a:r>
              <a:rPr lang="zh-CN" altLang="en-US" sz="1050" b="0">
                <a:solidFill>
                  <a:schemeClr val="tx1"/>
                </a:solidFill>
                <a:latin typeface="微软雅黑" panose="020B0503020204020204" pitchFamily="34" charset="-122"/>
                <a:ea typeface="微软雅黑" panose="020B0503020204020204" pitchFamily="34" charset="-122"/>
              </a:rPr>
              <a:t>集群</a:t>
            </a:r>
            <a:endParaRPr lang="zh-CN" altLang="en-US" sz="1050" b="0" dirty="0">
              <a:solidFill>
                <a:schemeClr val="tx1"/>
              </a:solidFill>
              <a:latin typeface="微软雅黑" panose="020B0503020204020204" pitchFamily="34" charset="-122"/>
              <a:ea typeface="微软雅黑" panose="020B0503020204020204" pitchFamily="34" charset="-122"/>
            </a:endParaRPr>
          </a:p>
        </p:txBody>
      </p:sp>
      <p:cxnSp>
        <p:nvCxnSpPr>
          <p:cNvPr id="226" name="Straight Connector 35">
            <a:extLst>
              <a:ext uri="{FF2B5EF4-FFF2-40B4-BE49-F238E27FC236}">
                <a16:creationId xmlns:a16="http://schemas.microsoft.com/office/drawing/2014/main" id="{5D1A06BF-5CD3-1BC4-39E0-66C2F9ED8E78}"/>
              </a:ext>
            </a:extLst>
          </p:cNvPr>
          <p:cNvCxnSpPr>
            <a:cxnSpLocks/>
          </p:cNvCxnSpPr>
          <p:nvPr/>
        </p:nvCxnSpPr>
        <p:spPr>
          <a:xfrm flipH="1" flipV="1">
            <a:off x="5659755" y="4958447"/>
            <a:ext cx="1899" cy="513131"/>
          </a:xfrm>
          <a:prstGeom prst="straightConnector1">
            <a:avLst/>
          </a:prstGeom>
          <a:ln w="12700">
            <a:solidFill>
              <a:srgbClr val="FFC000"/>
            </a:solidFill>
            <a:headEnd type="triangle"/>
            <a:tailEnd type="none"/>
          </a:ln>
          <a:effectLst/>
        </p:spPr>
        <p:style>
          <a:lnRef idx="2">
            <a:schemeClr val="accent1"/>
          </a:lnRef>
          <a:fillRef idx="0">
            <a:schemeClr val="accent1"/>
          </a:fillRef>
          <a:effectRef idx="1">
            <a:schemeClr val="accent1"/>
          </a:effectRef>
          <a:fontRef idx="minor">
            <a:schemeClr val="tx1"/>
          </a:fontRef>
        </p:style>
      </p:cxnSp>
      <p:sp>
        <p:nvSpPr>
          <p:cNvPr id="227" name="TextBox 154">
            <a:extLst>
              <a:ext uri="{FF2B5EF4-FFF2-40B4-BE49-F238E27FC236}">
                <a16:creationId xmlns:a16="http://schemas.microsoft.com/office/drawing/2014/main" id="{19775820-984B-0DAD-2890-62CE531FE236}"/>
              </a:ext>
            </a:extLst>
          </p:cNvPr>
          <p:cNvSpPr txBox="1"/>
          <p:nvPr/>
        </p:nvSpPr>
        <p:spPr>
          <a:xfrm>
            <a:off x="5368137" y="5115794"/>
            <a:ext cx="692624" cy="123111"/>
          </a:xfrm>
          <a:prstGeom prst="rect">
            <a:avLst/>
          </a:prstGeom>
          <a:solidFill>
            <a:srgbClr val="25C1FB"/>
          </a:solidFill>
        </p:spPr>
        <p:txBody>
          <a:bodyPr wrap="square" lIns="0" tIns="0" rIns="0" bIns="0" rtlCol="0">
            <a:spAutoFit/>
          </a:bodyPr>
          <a:lstStyle>
            <a:defPPr>
              <a:defRPr lang="en-US"/>
            </a:defPPr>
            <a:lvl1pPr algn="ctr">
              <a:lnSpc>
                <a:spcPct val="100000"/>
              </a:lnSpc>
              <a:defRPr kumimoji="1" sz="700" b="0"/>
            </a:lvl1pPr>
          </a:lstStyle>
          <a:p>
            <a:r>
              <a:rPr lang="en-US" altLang="zh-CN" sz="800"/>
              <a:t>5672,15672</a:t>
            </a:r>
          </a:p>
        </p:txBody>
      </p:sp>
      <p:pic>
        <p:nvPicPr>
          <p:cNvPr id="25" name="图片 24">
            <a:extLst>
              <a:ext uri="{FF2B5EF4-FFF2-40B4-BE49-F238E27FC236}">
                <a16:creationId xmlns:a16="http://schemas.microsoft.com/office/drawing/2014/main" id="{497B7162-5114-4DF6-389F-05F32837D4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2211" y="5331427"/>
            <a:ext cx="501496" cy="501496"/>
          </a:xfrm>
          <a:prstGeom prst="rect">
            <a:avLst/>
          </a:prstGeom>
        </p:spPr>
      </p:pic>
      <p:pic>
        <p:nvPicPr>
          <p:cNvPr id="27" name="图片 26">
            <a:extLst>
              <a:ext uri="{FF2B5EF4-FFF2-40B4-BE49-F238E27FC236}">
                <a16:creationId xmlns:a16="http://schemas.microsoft.com/office/drawing/2014/main" id="{881C413D-CA86-D356-28FE-C8E6608C40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2049" y="3519560"/>
            <a:ext cx="375385" cy="375385"/>
          </a:xfrm>
          <a:prstGeom prst="rect">
            <a:avLst/>
          </a:prstGeom>
        </p:spPr>
      </p:pic>
      <p:pic>
        <p:nvPicPr>
          <p:cNvPr id="241" name="图片 240">
            <a:extLst>
              <a:ext uri="{FF2B5EF4-FFF2-40B4-BE49-F238E27FC236}">
                <a16:creationId xmlns:a16="http://schemas.microsoft.com/office/drawing/2014/main" id="{1F1A2FE1-884A-764A-A018-59A7AE121DD8}"/>
              </a:ext>
            </a:extLst>
          </p:cNvPr>
          <p:cNvPicPr>
            <a:picLocks noChangeAspect="1"/>
          </p:cNvPicPr>
          <p:nvPr/>
        </p:nvPicPr>
        <p:blipFill>
          <a:blip r:embed="rId5"/>
          <a:stretch>
            <a:fillRect/>
          </a:stretch>
        </p:blipFill>
        <p:spPr>
          <a:xfrm>
            <a:off x="8836129" y="4592560"/>
            <a:ext cx="261611" cy="261611"/>
          </a:xfrm>
          <a:prstGeom prst="rect">
            <a:avLst/>
          </a:prstGeom>
        </p:spPr>
      </p:pic>
      <p:pic>
        <p:nvPicPr>
          <p:cNvPr id="243" name="图片 242">
            <a:extLst>
              <a:ext uri="{FF2B5EF4-FFF2-40B4-BE49-F238E27FC236}">
                <a16:creationId xmlns:a16="http://schemas.microsoft.com/office/drawing/2014/main" id="{13D5B358-0063-0BB0-0C11-4B8E821206F6}"/>
              </a:ext>
            </a:extLst>
          </p:cNvPr>
          <p:cNvPicPr>
            <a:picLocks noChangeAspect="1"/>
          </p:cNvPicPr>
          <p:nvPr/>
        </p:nvPicPr>
        <p:blipFill>
          <a:blip r:embed="rId5"/>
          <a:stretch>
            <a:fillRect/>
          </a:stretch>
        </p:blipFill>
        <p:spPr>
          <a:xfrm>
            <a:off x="5455066" y="1777820"/>
            <a:ext cx="261611" cy="261611"/>
          </a:xfrm>
          <a:prstGeom prst="rect">
            <a:avLst/>
          </a:prstGeom>
        </p:spPr>
      </p:pic>
      <p:pic>
        <p:nvPicPr>
          <p:cNvPr id="32" name="图片 31">
            <a:extLst>
              <a:ext uri="{FF2B5EF4-FFF2-40B4-BE49-F238E27FC236}">
                <a16:creationId xmlns:a16="http://schemas.microsoft.com/office/drawing/2014/main" id="{08E12AE4-4815-6922-D9F8-1AC3C1EAA670}"/>
              </a:ext>
            </a:extLst>
          </p:cNvPr>
          <p:cNvPicPr>
            <a:picLocks noChangeAspect="1"/>
          </p:cNvPicPr>
          <p:nvPr/>
        </p:nvPicPr>
        <p:blipFill>
          <a:blip r:embed="rId6"/>
          <a:stretch>
            <a:fillRect/>
          </a:stretch>
        </p:blipFill>
        <p:spPr>
          <a:xfrm>
            <a:off x="1826931" y="3524094"/>
            <a:ext cx="418102" cy="418102"/>
          </a:xfrm>
          <a:prstGeom prst="rect">
            <a:avLst/>
          </a:prstGeom>
        </p:spPr>
      </p:pic>
      <p:pic>
        <p:nvPicPr>
          <p:cNvPr id="49" name="图形 48" descr="框">
            <a:extLst>
              <a:ext uri="{FF2B5EF4-FFF2-40B4-BE49-F238E27FC236}">
                <a16:creationId xmlns:a16="http://schemas.microsoft.com/office/drawing/2014/main" id="{E2E786BC-1594-EC73-D30D-F51CDB68490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692803" y="3093298"/>
            <a:ext cx="427805" cy="427805"/>
          </a:xfrm>
          <a:prstGeom prst="rect">
            <a:avLst/>
          </a:prstGeom>
        </p:spPr>
      </p:pic>
      <p:pic>
        <p:nvPicPr>
          <p:cNvPr id="51" name="图形 50" descr="框">
            <a:extLst>
              <a:ext uri="{FF2B5EF4-FFF2-40B4-BE49-F238E27FC236}">
                <a16:creationId xmlns:a16="http://schemas.microsoft.com/office/drawing/2014/main" id="{FA6B4EC1-0A01-F8D4-BA5F-E98177EBABC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101929" y="3098179"/>
            <a:ext cx="427805" cy="427805"/>
          </a:xfrm>
          <a:prstGeom prst="rect">
            <a:avLst/>
          </a:prstGeom>
        </p:spPr>
      </p:pic>
      <p:pic>
        <p:nvPicPr>
          <p:cNvPr id="52" name="图形 51" descr="框">
            <a:extLst>
              <a:ext uri="{FF2B5EF4-FFF2-40B4-BE49-F238E27FC236}">
                <a16:creationId xmlns:a16="http://schemas.microsoft.com/office/drawing/2014/main" id="{A58606DB-D0D4-7C0D-885D-1599EBB89735}"/>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110249" y="3665550"/>
            <a:ext cx="427805" cy="427805"/>
          </a:xfrm>
          <a:prstGeom prst="rect">
            <a:avLst/>
          </a:prstGeom>
        </p:spPr>
      </p:pic>
      <p:pic>
        <p:nvPicPr>
          <p:cNvPr id="56" name="图形 55" descr="框">
            <a:extLst>
              <a:ext uri="{FF2B5EF4-FFF2-40B4-BE49-F238E27FC236}">
                <a16:creationId xmlns:a16="http://schemas.microsoft.com/office/drawing/2014/main" id="{0EAB8D9B-86D7-A1EC-F968-BF4E030A606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705443" y="3675550"/>
            <a:ext cx="427805" cy="427805"/>
          </a:xfrm>
          <a:prstGeom prst="rect">
            <a:avLst/>
          </a:prstGeom>
        </p:spPr>
      </p:pic>
      <p:pic>
        <p:nvPicPr>
          <p:cNvPr id="58" name="图形 57" descr="框">
            <a:extLst>
              <a:ext uri="{FF2B5EF4-FFF2-40B4-BE49-F238E27FC236}">
                <a16:creationId xmlns:a16="http://schemas.microsoft.com/office/drawing/2014/main" id="{7BBB3E59-0483-A868-AD6A-4FC9FAB7461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68524" y="3682578"/>
            <a:ext cx="427805" cy="427805"/>
          </a:xfrm>
          <a:prstGeom prst="rect">
            <a:avLst/>
          </a:prstGeom>
        </p:spPr>
      </p:pic>
      <p:pic>
        <p:nvPicPr>
          <p:cNvPr id="59" name="图形 58" descr="框">
            <a:extLst>
              <a:ext uri="{FF2B5EF4-FFF2-40B4-BE49-F238E27FC236}">
                <a16:creationId xmlns:a16="http://schemas.microsoft.com/office/drawing/2014/main" id="{E4F59816-CE22-A491-6399-105EAFA45D8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63718" y="3692578"/>
            <a:ext cx="427805" cy="427805"/>
          </a:xfrm>
          <a:prstGeom prst="rect">
            <a:avLst/>
          </a:prstGeom>
        </p:spPr>
      </p:pic>
      <p:pic>
        <p:nvPicPr>
          <p:cNvPr id="63" name="图形 62" descr="框">
            <a:extLst>
              <a:ext uri="{FF2B5EF4-FFF2-40B4-BE49-F238E27FC236}">
                <a16:creationId xmlns:a16="http://schemas.microsoft.com/office/drawing/2014/main" id="{19D27429-5B74-D8BB-FB3B-C84EC8E0EDB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781224" y="3079302"/>
            <a:ext cx="427805" cy="427805"/>
          </a:xfrm>
          <a:prstGeom prst="rect">
            <a:avLst/>
          </a:prstGeom>
        </p:spPr>
      </p:pic>
      <p:pic>
        <p:nvPicPr>
          <p:cNvPr id="256" name="图形 255" descr="框">
            <a:extLst>
              <a:ext uri="{FF2B5EF4-FFF2-40B4-BE49-F238E27FC236}">
                <a16:creationId xmlns:a16="http://schemas.microsoft.com/office/drawing/2014/main" id="{2C6A5088-0E43-4658-6A9A-1A1732B37E59}"/>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76418" y="3089302"/>
            <a:ext cx="427805" cy="427805"/>
          </a:xfrm>
          <a:prstGeom prst="rect">
            <a:avLst/>
          </a:prstGeom>
        </p:spPr>
      </p:pic>
      <p:pic>
        <p:nvPicPr>
          <p:cNvPr id="259" name="图形 258" descr="框">
            <a:extLst>
              <a:ext uri="{FF2B5EF4-FFF2-40B4-BE49-F238E27FC236}">
                <a16:creationId xmlns:a16="http://schemas.microsoft.com/office/drawing/2014/main" id="{A18A5D43-126E-7CE2-85BB-8D7CE043ED8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752371" y="2889597"/>
            <a:ext cx="427805" cy="427805"/>
          </a:xfrm>
          <a:prstGeom prst="rect">
            <a:avLst/>
          </a:prstGeom>
        </p:spPr>
      </p:pic>
      <p:pic>
        <p:nvPicPr>
          <p:cNvPr id="263" name="图形 262" descr="框">
            <a:extLst>
              <a:ext uri="{FF2B5EF4-FFF2-40B4-BE49-F238E27FC236}">
                <a16:creationId xmlns:a16="http://schemas.microsoft.com/office/drawing/2014/main" id="{9F9F2B65-4DE8-A261-3162-0AA609DD432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744131" y="3398598"/>
            <a:ext cx="427805" cy="427805"/>
          </a:xfrm>
          <a:prstGeom prst="rect">
            <a:avLst/>
          </a:prstGeom>
        </p:spPr>
      </p:pic>
      <p:pic>
        <p:nvPicPr>
          <p:cNvPr id="264" name="图形 263" descr="框">
            <a:extLst>
              <a:ext uri="{FF2B5EF4-FFF2-40B4-BE49-F238E27FC236}">
                <a16:creationId xmlns:a16="http://schemas.microsoft.com/office/drawing/2014/main" id="{5F613752-CED8-579D-C1FE-F945D14B765A}"/>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744131" y="4062526"/>
            <a:ext cx="427805" cy="427805"/>
          </a:xfrm>
          <a:prstGeom prst="rect">
            <a:avLst/>
          </a:prstGeom>
        </p:spPr>
      </p:pic>
      <p:pic>
        <p:nvPicPr>
          <p:cNvPr id="265" name="图形 264" descr="框">
            <a:extLst>
              <a:ext uri="{FF2B5EF4-FFF2-40B4-BE49-F238E27FC236}">
                <a16:creationId xmlns:a16="http://schemas.microsoft.com/office/drawing/2014/main" id="{8C2CED3B-5F3E-9675-6638-869C0289FDC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2951" y="6585054"/>
            <a:ext cx="244174" cy="244174"/>
          </a:xfrm>
          <a:prstGeom prst="rect">
            <a:avLst/>
          </a:prstGeom>
        </p:spPr>
      </p:pic>
      <p:sp>
        <p:nvSpPr>
          <p:cNvPr id="5" name="矩形: 圆角 4">
            <a:extLst>
              <a:ext uri="{FF2B5EF4-FFF2-40B4-BE49-F238E27FC236}">
                <a16:creationId xmlns:a16="http://schemas.microsoft.com/office/drawing/2014/main" id="{ECFFCDC7-6116-BC86-EA05-A8666BFAC582}"/>
              </a:ext>
            </a:extLst>
          </p:cNvPr>
          <p:cNvSpPr/>
          <p:nvPr/>
        </p:nvSpPr>
        <p:spPr>
          <a:xfrm>
            <a:off x="4320896" y="2550432"/>
            <a:ext cx="4847534" cy="2366327"/>
          </a:xfrm>
          <a:prstGeom prst="roundRect">
            <a:avLst>
              <a:gd name="adj" fmla="val 3766"/>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6B5E1AE7-77BE-807B-21CE-A1FC540752DB}"/>
              </a:ext>
            </a:extLst>
          </p:cNvPr>
          <p:cNvSpPr/>
          <p:nvPr/>
        </p:nvSpPr>
        <p:spPr>
          <a:xfrm>
            <a:off x="5852842" y="1262796"/>
            <a:ext cx="1796098" cy="809705"/>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19D32E1A-D560-4E54-087A-31731E2CF4E6}"/>
              </a:ext>
            </a:extLst>
          </p:cNvPr>
          <p:cNvSpPr/>
          <p:nvPr/>
        </p:nvSpPr>
        <p:spPr>
          <a:xfrm>
            <a:off x="7845288" y="1255703"/>
            <a:ext cx="1465103" cy="809705"/>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54">
            <a:extLst>
              <a:ext uri="{FF2B5EF4-FFF2-40B4-BE49-F238E27FC236}">
                <a16:creationId xmlns:a16="http://schemas.microsoft.com/office/drawing/2014/main" id="{54F78266-FA35-4537-7F96-FA8999DFCD00}"/>
              </a:ext>
            </a:extLst>
          </p:cNvPr>
          <p:cNvSpPr txBox="1"/>
          <p:nvPr/>
        </p:nvSpPr>
        <p:spPr>
          <a:xfrm>
            <a:off x="6675912" y="4517107"/>
            <a:ext cx="847649" cy="420564"/>
          </a:xfrm>
          <a:prstGeom prst="rect">
            <a:avLst/>
          </a:prstGeom>
        </p:spPr>
        <p:txBody>
          <a:bodyPr wrap="square" lIns="91440" tIns="45720" rIns="91440" bIns="45720" rtlCol="0">
            <a:spAutoFit/>
          </a:bodyPr>
          <a:lstStyle>
            <a:defPPr>
              <a:defRPr lang="en-US"/>
            </a:defPPr>
            <a:lvl1pPr>
              <a:lnSpc>
                <a:spcPct val="150000"/>
              </a:lnSpc>
              <a:defRPr kumimoji="1" sz="900" b="1">
                <a:solidFill>
                  <a:srgbClr val="FFC000"/>
                </a:solidFill>
              </a:defRPr>
            </a:lvl1pPr>
          </a:lstStyle>
          <a:p>
            <a:pPr>
              <a:lnSpc>
                <a:spcPct val="100000"/>
              </a:lnSpc>
            </a:pPr>
            <a:r>
              <a:rPr lang="en-US" altLang="zh-CN" sz="2133" b="0">
                <a:solidFill>
                  <a:schemeClr val="tx1"/>
                </a:solidFill>
                <a:latin typeface="微软雅黑" panose="020B0503020204020204" pitchFamily="34" charset="-122"/>
                <a:ea typeface="微软雅黑" panose="020B0503020204020204" pitchFamily="34" charset="-122"/>
              </a:rPr>
              <a:t>…</a:t>
            </a:r>
            <a:endParaRPr lang="zh-CN" altLang="en-US" sz="1200" b="0" dirty="0">
              <a:solidFill>
                <a:schemeClr val="tx1"/>
              </a:solidFill>
              <a:latin typeface="微软雅黑" panose="020B0503020204020204" pitchFamily="34" charset="-122"/>
              <a:ea typeface="微软雅黑" panose="020B0503020204020204" pitchFamily="34" charset="-122"/>
            </a:endParaRPr>
          </a:p>
        </p:txBody>
      </p:sp>
      <p:sp>
        <p:nvSpPr>
          <p:cNvPr id="17" name="矩形: 圆角 16">
            <a:extLst>
              <a:ext uri="{FF2B5EF4-FFF2-40B4-BE49-F238E27FC236}">
                <a16:creationId xmlns:a16="http://schemas.microsoft.com/office/drawing/2014/main" id="{3F67C09A-C37B-B1EC-E8FF-C88043E1C5B8}"/>
              </a:ext>
            </a:extLst>
          </p:cNvPr>
          <p:cNvSpPr/>
          <p:nvPr/>
        </p:nvSpPr>
        <p:spPr>
          <a:xfrm>
            <a:off x="7549277" y="5476399"/>
            <a:ext cx="1088602" cy="981711"/>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D0155A79-38F4-48D6-3988-55FBD111439C}"/>
              </a:ext>
            </a:extLst>
          </p:cNvPr>
          <p:cNvSpPr/>
          <p:nvPr/>
        </p:nvSpPr>
        <p:spPr>
          <a:xfrm>
            <a:off x="6268560" y="5463958"/>
            <a:ext cx="906603" cy="1004497"/>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0" name="矩形: 圆角 239">
            <a:extLst>
              <a:ext uri="{FF2B5EF4-FFF2-40B4-BE49-F238E27FC236}">
                <a16:creationId xmlns:a16="http://schemas.microsoft.com/office/drawing/2014/main" id="{478E62CD-44C6-6987-85F2-0C46DC6329D9}"/>
              </a:ext>
            </a:extLst>
          </p:cNvPr>
          <p:cNvSpPr/>
          <p:nvPr/>
        </p:nvSpPr>
        <p:spPr>
          <a:xfrm>
            <a:off x="5139107" y="5463958"/>
            <a:ext cx="915217" cy="1014283"/>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1" name="矩形: 圆角 250">
            <a:extLst>
              <a:ext uri="{FF2B5EF4-FFF2-40B4-BE49-F238E27FC236}">
                <a16:creationId xmlns:a16="http://schemas.microsoft.com/office/drawing/2014/main" id="{13D8019C-7BEB-EB48-96BC-10E772B087E7}"/>
              </a:ext>
            </a:extLst>
          </p:cNvPr>
          <p:cNvSpPr/>
          <p:nvPr/>
        </p:nvSpPr>
        <p:spPr>
          <a:xfrm>
            <a:off x="2913968" y="2947378"/>
            <a:ext cx="582691" cy="1630724"/>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圆角 37">
            <a:extLst>
              <a:ext uri="{FF2B5EF4-FFF2-40B4-BE49-F238E27FC236}">
                <a16:creationId xmlns:a16="http://schemas.microsoft.com/office/drawing/2014/main" id="{14CD1E0A-9981-D83C-FEBB-B242D019E5A9}"/>
              </a:ext>
            </a:extLst>
          </p:cNvPr>
          <p:cNvSpPr/>
          <p:nvPr/>
        </p:nvSpPr>
        <p:spPr>
          <a:xfrm>
            <a:off x="10063562" y="2262351"/>
            <a:ext cx="1868043" cy="1494784"/>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圆角 38">
            <a:extLst>
              <a:ext uri="{FF2B5EF4-FFF2-40B4-BE49-F238E27FC236}">
                <a16:creationId xmlns:a16="http://schemas.microsoft.com/office/drawing/2014/main" id="{97614F2E-8DC5-301B-D994-FD7F1D6A8980}"/>
              </a:ext>
            </a:extLst>
          </p:cNvPr>
          <p:cNvSpPr/>
          <p:nvPr/>
        </p:nvSpPr>
        <p:spPr>
          <a:xfrm>
            <a:off x="10074296" y="3938343"/>
            <a:ext cx="1844846" cy="1120097"/>
          </a:xfrm>
          <a:prstGeom prst="roundRect">
            <a:avLst/>
          </a:prstGeom>
          <a:noFill/>
          <a:ln w="635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64E3642B-3369-FC60-CB8A-DABEED9DF478}"/>
              </a:ext>
            </a:extLst>
          </p:cNvPr>
          <p:cNvPicPr>
            <a:picLocks noChangeAspect="1"/>
          </p:cNvPicPr>
          <p:nvPr/>
        </p:nvPicPr>
        <p:blipFill>
          <a:blip r:embed="rId9"/>
          <a:stretch>
            <a:fillRect/>
          </a:stretch>
        </p:blipFill>
        <p:spPr>
          <a:xfrm>
            <a:off x="461934" y="4372223"/>
            <a:ext cx="313892" cy="313892"/>
          </a:xfrm>
          <a:prstGeom prst="rect">
            <a:avLst/>
          </a:prstGeom>
        </p:spPr>
      </p:pic>
      <p:pic>
        <p:nvPicPr>
          <p:cNvPr id="10" name="图片 9">
            <a:extLst>
              <a:ext uri="{FF2B5EF4-FFF2-40B4-BE49-F238E27FC236}">
                <a16:creationId xmlns:a16="http://schemas.microsoft.com/office/drawing/2014/main" id="{34D42218-81D9-E429-6F96-BEFE9110C0D8}"/>
              </a:ext>
            </a:extLst>
          </p:cNvPr>
          <p:cNvPicPr>
            <a:picLocks noChangeAspect="1"/>
          </p:cNvPicPr>
          <p:nvPr/>
        </p:nvPicPr>
        <p:blipFill>
          <a:blip r:embed="rId10"/>
          <a:stretch>
            <a:fillRect/>
          </a:stretch>
        </p:blipFill>
        <p:spPr>
          <a:xfrm>
            <a:off x="4066412" y="1438129"/>
            <a:ext cx="714279" cy="714279"/>
          </a:xfrm>
          <a:prstGeom prst="rect">
            <a:avLst/>
          </a:prstGeom>
        </p:spPr>
      </p:pic>
      <p:pic>
        <p:nvPicPr>
          <p:cNvPr id="13" name="图片 12">
            <a:extLst>
              <a:ext uri="{FF2B5EF4-FFF2-40B4-BE49-F238E27FC236}">
                <a16:creationId xmlns:a16="http://schemas.microsoft.com/office/drawing/2014/main" id="{70FF5637-E4D6-D5F6-F55D-4D708D3AAC20}"/>
              </a:ext>
            </a:extLst>
          </p:cNvPr>
          <p:cNvPicPr>
            <a:picLocks noChangeAspect="1"/>
          </p:cNvPicPr>
          <p:nvPr/>
        </p:nvPicPr>
        <p:blipFill>
          <a:blip r:embed="rId10"/>
          <a:stretch>
            <a:fillRect/>
          </a:stretch>
        </p:blipFill>
        <p:spPr>
          <a:xfrm>
            <a:off x="5855167" y="1438129"/>
            <a:ext cx="714279" cy="714279"/>
          </a:xfrm>
          <a:prstGeom prst="rect">
            <a:avLst/>
          </a:prstGeom>
        </p:spPr>
      </p:pic>
      <p:pic>
        <p:nvPicPr>
          <p:cNvPr id="14" name="图片 13">
            <a:extLst>
              <a:ext uri="{FF2B5EF4-FFF2-40B4-BE49-F238E27FC236}">
                <a16:creationId xmlns:a16="http://schemas.microsoft.com/office/drawing/2014/main" id="{FCAD03BA-40F9-0DE8-173B-7F1E9B529C94}"/>
              </a:ext>
            </a:extLst>
          </p:cNvPr>
          <p:cNvPicPr>
            <a:picLocks noChangeAspect="1"/>
          </p:cNvPicPr>
          <p:nvPr/>
        </p:nvPicPr>
        <p:blipFill>
          <a:blip r:embed="rId10"/>
          <a:stretch>
            <a:fillRect/>
          </a:stretch>
        </p:blipFill>
        <p:spPr>
          <a:xfrm>
            <a:off x="7752620" y="1431766"/>
            <a:ext cx="714279" cy="714279"/>
          </a:xfrm>
          <a:prstGeom prst="rect">
            <a:avLst/>
          </a:prstGeom>
        </p:spPr>
      </p:pic>
      <p:pic>
        <p:nvPicPr>
          <p:cNvPr id="40" name="图片 39">
            <a:extLst>
              <a:ext uri="{FF2B5EF4-FFF2-40B4-BE49-F238E27FC236}">
                <a16:creationId xmlns:a16="http://schemas.microsoft.com/office/drawing/2014/main" id="{FD22BECA-8456-FFF8-8B55-E921B5C4E463}"/>
              </a:ext>
            </a:extLst>
          </p:cNvPr>
          <p:cNvPicPr>
            <a:picLocks noChangeAspect="1"/>
          </p:cNvPicPr>
          <p:nvPr/>
        </p:nvPicPr>
        <p:blipFill>
          <a:blip r:embed="rId11"/>
          <a:stretch>
            <a:fillRect/>
          </a:stretch>
        </p:blipFill>
        <p:spPr>
          <a:xfrm>
            <a:off x="5222807" y="5526266"/>
            <a:ext cx="802139" cy="700558"/>
          </a:xfrm>
          <a:prstGeom prst="rect">
            <a:avLst/>
          </a:prstGeom>
        </p:spPr>
      </p:pic>
      <p:pic>
        <p:nvPicPr>
          <p:cNvPr id="43" name="图片 42">
            <a:extLst>
              <a:ext uri="{FF2B5EF4-FFF2-40B4-BE49-F238E27FC236}">
                <a16:creationId xmlns:a16="http://schemas.microsoft.com/office/drawing/2014/main" id="{1D07AEF2-8AD1-65AD-FDB0-C6D7DC41D712}"/>
              </a:ext>
            </a:extLst>
          </p:cNvPr>
          <p:cNvPicPr>
            <a:picLocks noChangeAspect="1"/>
          </p:cNvPicPr>
          <p:nvPr/>
        </p:nvPicPr>
        <p:blipFill>
          <a:blip r:embed="rId10"/>
          <a:stretch>
            <a:fillRect/>
          </a:stretch>
        </p:blipFill>
        <p:spPr>
          <a:xfrm>
            <a:off x="6935040" y="4458649"/>
            <a:ext cx="714279" cy="714279"/>
          </a:xfrm>
          <a:prstGeom prst="rect">
            <a:avLst/>
          </a:prstGeom>
        </p:spPr>
      </p:pic>
      <p:pic>
        <p:nvPicPr>
          <p:cNvPr id="44" name="图片 43">
            <a:extLst>
              <a:ext uri="{FF2B5EF4-FFF2-40B4-BE49-F238E27FC236}">
                <a16:creationId xmlns:a16="http://schemas.microsoft.com/office/drawing/2014/main" id="{9C0F9F08-74D8-5449-615D-9237F04C8036}"/>
              </a:ext>
            </a:extLst>
          </p:cNvPr>
          <p:cNvPicPr>
            <a:picLocks noChangeAspect="1"/>
          </p:cNvPicPr>
          <p:nvPr/>
        </p:nvPicPr>
        <p:blipFill>
          <a:blip r:embed="rId10"/>
          <a:stretch>
            <a:fillRect/>
          </a:stretch>
        </p:blipFill>
        <p:spPr>
          <a:xfrm>
            <a:off x="5613160" y="4468039"/>
            <a:ext cx="714279" cy="714279"/>
          </a:xfrm>
          <a:prstGeom prst="rect">
            <a:avLst/>
          </a:prstGeom>
        </p:spPr>
      </p:pic>
      <p:pic>
        <p:nvPicPr>
          <p:cNvPr id="46" name="图片 45">
            <a:extLst>
              <a:ext uri="{FF2B5EF4-FFF2-40B4-BE49-F238E27FC236}">
                <a16:creationId xmlns:a16="http://schemas.microsoft.com/office/drawing/2014/main" id="{3352DEDA-0606-9729-EE2B-D20295B2E42B}"/>
              </a:ext>
            </a:extLst>
          </p:cNvPr>
          <p:cNvPicPr>
            <a:picLocks noChangeAspect="1"/>
          </p:cNvPicPr>
          <p:nvPr/>
        </p:nvPicPr>
        <p:blipFill>
          <a:blip r:embed="rId10"/>
          <a:stretch>
            <a:fillRect/>
          </a:stretch>
        </p:blipFill>
        <p:spPr>
          <a:xfrm>
            <a:off x="6081092" y="4468039"/>
            <a:ext cx="714279" cy="714279"/>
          </a:xfrm>
          <a:prstGeom prst="rect">
            <a:avLst/>
          </a:prstGeom>
        </p:spPr>
      </p:pic>
      <p:pic>
        <p:nvPicPr>
          <p:cNvPr id="47" name="图片 46">
            <a:extLst>
              <a:ext uri="{FF2B5EF4-FFF2-40B4-BE49-F238E27FC236}">
                <a16:creationId xmlns:a16="http://schemas.microsoft.com/office/drawing/2014/main" id="{2CF8E8CB-8713-A061-07D7-C1FF0E7B2E8C}"/>
              </a:ext>
            </a:extLst>
          </p:cNvPr>
          <p:cNvPicPr>
            <a:picLocks noChangeAspect="1"/>
          </p:cNvPicPr>
          <p:nvPr/>
        </p:nvPicPr>
        <p:blipFill>
          <a:blip r:embed="rId10"/>
          <a:stretch>
            <a:fillRect/>
          </a:stretch>
        </p:blipFill>
        <p:spPr>
          <a:xfrm>
            <a:off x="2858005" y="2941336"/>
            <a:ext cx="714279" cy="714279"/>
          </a:xfrm>
          <a:prstGeom prst="rect">
            <a:avLst/>
          </a:prstGeom>
        </p:spPr>
      </p:pic>
      <p:pic>
        <p:nvPicPr>
          <p:cNvPr id="48" name="图片 47">
            <a:extLst>
              <a:ext uri="{FF2B5EF4-FFF2-40B4-BE49-F238E27FC236}">
                <a16:creationId xmlns:a16="http://schemas.microsoft.com/office/drawing/2014/main" id="{108C8469-53F6-B6FC-AD05-274E2EE06EA6}"/>
              </a:ext>
            </a:extLst>
          </p:cNvPr>
          <p:cNvPicPr>
            <a:picLocks noChangeAspect="1"/>
          </p:cNvPicPr>
          <p:nvPr/>
        </p:nvPicPr>
        <p:blipFill>
          <a:blip r:embed="rId10"/>
          <a:stretch>
            <a:fillRect/>
          </a:stretch>
        </p:blipFill>
        <p:spPr>
          <a:xfrm>
            <a:off x="2863492" y="3745026"/>
            <a:ext cx="714279" cy="714279"/>
          </a:xfrm>
          <a:prstGeom prst="rect">
            <a:avLst/>
          </a:prstGeom>
        </p:spPr>
      </p:pic>
      <p:pic>
        <p:nvPicPr>
          <p:cNvPr id="54" name="图片 53">
            <a:extLst>
              <a:ext uri="{FF2B5EF4-FFF2-40B4-BE49-F238E27FC236}">
                <a16:creationId xmlns:a16="http://schemas.microsoft.com/office/drawing/2014/main" id="{ADC2A023-0D2A-E1B1-F463-6A33AC87D40E}"/>
              </a:ext>
            </a:extLst>
          </p:cNvPr>
          <p:cNvPicPr>
            <a:picLocks noChangeAspect="1"/>
          </p:cNvPicPr>
          <p:nvPr/>
        </p:nvPicPr>
        <p:blipFill>
          <a:blip r:embed="rId10"/>
          <a:stretch>
            <a:fillRect/>
          </a:stretch>
        </p:blipFill>
        <p:spPr>
          <a:xfrm>
            <a:off x="10171944" y="2369562"/>
            <a:ext cx="714279" cy="714279"/>
          </a:xfrm>
          <a:prstGeom prst="rect">
            <a:avLst/>
          </a:prstGeom>
        </p:spPr>
      </p:pic>
      <p:pic>
        <p:nvPicPr>
          <p:cNvPr id="60" name="图片 59">
            <a:extLst>
              <a:ext uri="{FF2B5EF4-FFF2-40B4-BE49-F238E27FC236}">
                <a16:creationId xmlns:a16="http://schemas.microsoft.com/office/drawing/2014/main" id="{4228A46C-7EF9-D31B-8609-54F00F6B28F8}"/>
              </a:ext>
            </a:extLst>
          </p:cNvPr>
          <p:cNvPicPr>
            <a:picLocks noChangeAspect="1"/>
          </p:cNvPicPr>
          <p:nvPr/>
        </p:nvPicPr>
        <p:blipFill>
          <a:blip r:embed="rId11"/>
          <a:stretch>
            <a:fillRect/>
          </a:stretch>
        </p:blipFill>
        <p:spPr>
          <a:xfrm>
            <a:off x="6314043" y="5526266"/>
            <a:ext cx="802139" cy="700558"/>
          </a:xfrm>
          <a:prstGeom prst="rect">
            <a:avLst/>
          </a:prstGeom>
        </p:spPr>
      </p:pic>
      <p:pic>
        <p:nvPicPr>
          <p:cNvPr id="61" name="图片 60">
            <a:extLst>
              <a:ext uri="{FF2B5EF4-FFF2-40B4-BE49-F238E27FC236}">
                <a16:creationId xmlns:a16="http://schemas.microsoft.com/office/drawing/2014/main" id="{B92E933F-CE99-CD00-0699-86F1BCE02B2B}"/>
              </a:ext>
            </a:extLst>
          </p:cNvPr>
          <p:cNvPicPr>
            <a:picLocks noChangeAspect="1"/>
          </p:cNvPicPr>
          <p:nvPr/>
        </p:nvPicPr>
        <p:blipFill>
          <a:blip r:embed="rId11"/>
          <a:stretch>
            <a:fillRect/>
          </a:stretch>
        </p:blipFill>
        <p:spPr>
          <a:xfrm>
            <a:off x="7705443" y="5526266"/>
            <a:ext cx="802139" cy="700558"/>
          </a:xfrm>
          <a:prstGeom prst="rect">
            <a:avLst/>
          </a:prstGeom>
        </p:spPr>
      </p:pic>
      <p:pic>
        <p:nvPicPr>
          <p:cNvPr id="62" name="图片 61">
            <a:extLst>
              <a:ext uri="{FF2B5EF4-FFF2-40B4-BE49-F238E27FC236}">
                <a16:creationId xmlns:a16="http://schemas.microsoft.com/office/drawing/2014/main" id="{77B73B0B-ED8C-7409-7ABA-EAADCB7898B1}"/>
              </a:ext>
            </a:extLst>
          </p:cNvPr>
          <p:cNvPicPr>
            <a:picLocks noChangeAspect="1"/>
          </p:cNvPicPr>
          <p:nvPr/>
        </p:nvPicPr>
        <p:blipFill>
          <a:blip r:embed="rId10"/>
          <a:stretch>
            <a:fillRect/>
          </a:stretch>
        </p:blipFill>
        <p:spPr>
          <a:xfrm>
            <a:off x="10400328" y="2960262"/>
            <a:ext cx="714279" cy="714279"/>
          </a:xfrm>
          <a:prstGeom prst="rect">
            <a:avLst/>
          </a:prstGeom>
        </p:spPr>
      </p:pic>
      <p:pic>
        <p:nvPicPr>
          <p:cNvPr id="268" name="图片 267">
            <a:extLst>
              <a:ext uri="{FF2B5EF4-FFF2-40B4-BE49-F238E27FC236}">
                <a16:creationId xmlns:a16="http://schemas.microsoft.com/office/drawing/2014/main" id="{9305D1D2-53BB-D125-426B-15E0CD899178}"/>
              </a:ext>
            </a:extLst>
          </p:cNvPr>
          <p:cNvPicPr>
            <a:picLocks noChangeAspect="1"/>
          </p:cNvPicPr>
          <p:nvPr/>
        </p:nvPicPr>
        <p:blipFill>
          <a:blip r:embed="rId10"/>
          <a:stretch>
            <a:fillRect/>
          </a:stretch>
        </p:blipFill>
        <p:spPr>
          <a:xfrm>
            <a:off x="11025219" y="2941372"/>
            <a:ext cx="714279" cy="714279"/>
          </a:xfrm>
          <a:prstGeom prst="rect">
            <a:avLst/>
          </a:prstGeom>
        </p:spPr>
      </p:pic>
      <p:pic>
        <p:nvPicPr>
          <p:cNvPr id="269" name="图片 268">
            <a:extLst>
              <a:ext uri="{FF2B5EF4-FFF2-40B4-BE49-F238E27FC236}">
                <a16:creationId xmlns:a16="http://schemas.microsoft.com/office/drawing/2014/main" id="{A6E49A55-73CF-4D48-DB49-CF14B08250B3}"/>
              </a:ext>
            </a:extLst>
          </p:cNvPr>
          <p:cNvPicPr>
            <a:picLocks noChangeAspect="1"/>
          </p:cNvPicPr>
          <p:nvPr/>
        </p:nvPicPr>
        <p:blipFill>
          <a:blip r:embed="rId10"/>
          <a:stretch>
            <a:fillRect/>
          </a:stretch>
        </p:blipFill>
        <p:spPr>
          <a:xfrm>
            <a:off x="10316441" y="4236626"/>
            <a:ext cx="714279" cy="714279"/>
          </a:xfrm>
          <a:prstGeom prst="rect">
            <a:avLst/>
          </a:prstGeom>
        </p:spPr>
      </p:pic>
      <p:pic>
        <p:nvPicPr>
          <p:cNvPr id="270" name="图片 269">
            <a:extLst>
              <a:ext uri="{FF2B5EF4-FFF2-40B4-BE49-F238E27FC236}">
                <a16:creationId xmlns:a16="http://schemas.microsoft.com/office/drawing/2014/main" id="{FEBADB59-B659-1455-9281-3B435AA02505}"/>
              </a:ext>
            </a:extLst>
          </p:cNvPr>
          <p:cNvPicPr>
            <a:picLocks noChangeAspect="1"/>
          </p:cNvPicPr>
          <p:nvPr/>
        </p:nvPicPr>
        <p:blipFill>
          <a:blip r:embed="rId10"/>
          <a:stretch>
            <a:fillRect/>
          </a:stretch>
        </p:blipFill>
        <p:spPr>
          <a:xfrm>
            <a:off x="11018030" y="4236626"/>
            <a:ext cx="714279" cy="714279"/>
          </a:xfrm>
          <a:prstGeom prst="rect">
            <a:avLst/>
          </a:prstGeom>
        </p:spPr>
      </p:pic>
      <p:pic>
        <p:nvPicPr>
          <p:cNvPr id="271" name="图片 270">
            <a:extLst>
              <a:ext uri="{FF2B5EF4-FFF2-40B4-BE49-F238E27FC236}">
                <a16:creationId xmlns:a16="http://schemas.microsoft.com/office/drawing/2014/main" id="{B6F13050-166D-C346-520E-2B896C6233F6}"/>
              </a:ext>
            </a:extLst>
          </p:cNvPr>
          <p:cNvPicPr>
            <a:picLocks noChangeAspect="1"/>
          </p:cNvPicPr>
          <p:nvPr/>
        </p:nvPicPr>
        <p:blipFill>
          <a:blip r:embed="rId10"/>
          <a:stretch>
            <a:fillRect/>
          </a:stretch>
        </p:blipFill>
        <p:spPr>
          <a:xfrm>
            <a:off x="762872" y="6285867"/>
            <a:ext cx="384747" cy="384747"/>
          </a:xfrm>
          <a:prstGeom prst="rect">
            <a:avLst/>
          </a:prstGeom>
        </p:spPr>
      </p:pic>
    </p:spTree>
    <p:extLst>
      <p:ext uri="{BB962C8B-B14F-4D97-AF65-F5344CB8AC3E}">
        <p14:creationId xmlns:p14="http://schemas.microsoft.com/office/powerpoint/2010/main" val="38168543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4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10930</TotalTime>
  <Words>140</Words>
  <Application>Microsoft Office PowerPoint</Application>
  <PresentationFormat>宽屏</PresentationFormat>
  <Paragraphs>76</Paragraphs>
  <Slides>1</Slides>
  <Notes>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1</vt:i4>
      </vt:variant>
    </vt:vector>
  </HeadingPairs>
  <TitlesOfParts>
    <vt:vector size="11" baseType="lpstr">
      <vt:lpstr>FZLanTingHei-R-GBK</vt:lpstr>
      <vt:lpstr>Heiti SC Medium</vt:lpstr>
      <vt:lpstr>Microsoft YaHei</vt:lpstr>
      <vt:lpstr>Microsoft YaHei</vt:lpstr>
      <vt:lpstr>Microsoft YaHei Light</vt:lpstr>
      <vt:lpstr>Arial</vt:lpstr>
      <vt:lpstr>Calibri</vt:lpstr>
      <vt:lpstr>Wingdings</vt:lpstr>
      <vt:lpstr>4_Office 主题​​</vt:lpstr>
      <vt:lpstr>think-cell 幻灯片</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李敏</dc:creator>
  <cp:lastModifiedBy>Administrator</cp:lastModifiedBy>
  <cp:revision>473</cp:revision>
  <dcterms:created xsi:type="dcterms:W3CDTF">2024-01-02T06:39:28Z</dcterms:created>
  <dcterms:modified xsi:type="dcterms:W3CDTF">2026-04-19T09:23:07Z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22BB8284FB5B497A9F3516C9C43359B0</vt:lpwstr>
  </property>
  <property fmtid="{D5CDD505-2E9C-101B-9397-08002B2CF9AE}" pid="3" name="KSOProductBuildVer">
    <vt:lpwstr>2052-11.1.0.9192</vt:lpwstr>
  </property>
</Properties>
</file>
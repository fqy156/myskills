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BE8FA-3019-477C-944A-1CA7E05B866D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05E5C-998D-4664-85BF-AF910467E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53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05E5C-998D-4664-85BF-AF910467E9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279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客户IT架构图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9422" y="1005840"/>
            <a:ext cx="757524" cy="173736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负载均衡 (LB)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2431" y="1472688"/>
            <a:ext cx="1903882" cy="803664"/>
          </a:xfrm>
          <a:prstGeom prst="roundRect">
            <a:avLst/>
          </a:prstGeom>
          <a:solidFill>
            <a:srgbClr val="0066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Nginx接入层</a:t>
            </a:r>
          </a:p>
          <a:p>
            <a:pPr algn="ctr">
              <a:defRPr sz="700">
                <a:solidFill>
                  <a:srgbClr val="C8C8C8"/>
                </a:solidFill>
              </a:defRPr>
            </a:pPr>
            <a:r>
              <a:t>ierp-p-ng01 XX.XX.162.109</a:t>
            </a:r>
          </a:p>
          <a:p>
            <a:pPr algn="ctr">
              <a:defRPr sz="700">
                <a:solidFill>
                  <a:srgbClr val="C8C8C8"/>
                </a:solidFill>
              </a:defRPr>
            </a:pPr>
            <a:r>
              <a:t>ierp-p-ng02 XX.XX.162.110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822960"/>
            <a:ext cx="6287548" cy="336985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21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0" y="1297696"/>
            <a:ext cx="121058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4D8A"/>
                </a:solidFill>
              </a:defRPr>
            </a:pPr>
            <a:r>
              <a:rPr dirty="0"/>
              <a:t>K8S集群(3节点)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38466" y="4800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06400"/>
                </a:solidFill>
              </a:defRPr>
            </a:pPr>
            <a:r>
              <a:t>管理平台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39322" y="777240"/>
            <a:ext cx="1645920" cy="822960"/>
          </a:xfrm>
          <a:prstGeom prst="roundRect">
            <a:avLst/>
          </a:prstGeom>
          <a:solidFill>
            <a:srgbClr val="006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gPaaS管理</a:t>
            </a:r>
          </a:p>
          <a:p>
            <a:pPr algn="ctr">
              <a:defRPr sz="700">
                <a:solidFill>
                  <a:srgbClr val="DCDCDC"/>
                </a:solidFill>
              </a:defRPr>
            </a:pPr>
            <a:r>
              <a:t>ierp-p-gpaas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7528" y="169164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14D8A"/>
                </a:solidFill>
              </a:defRPr>
            </a:pPr>
            <a:r>
              <a:t>K8S Worker节点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528" y="1920240"/>
            <a:ext cx="1463040" cy="640080"/>
          </a:xfrm>
          <a:prstGeom prst="roundRect">
            <a:avLst/>
          </a:prstGeom>
          <a:solidFill>
            <a:srgbClr val="87CE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Worker 1</a:t>
            </a:r>
          </a:p>
          <a:p>
            <a:pPr algn="ctr">
              <a:defRPr sz="600">
                <a:solidFill>
                  <a:srgbClr val="3C3C3C"/>
                </a:solidFill>
              </a:defRPr>
            </a:pPr>
            <a:r>
              <a:t>IP: XX.XX.162.96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2008" y="1920240"/>
            <a:ext cx="1463040" cy="640080"/>
          </a:xfrm>
          <a:prstGeom prst="roundRect">
            <a:avLst/>
          </a:prstGeom>
          <a:solidFill>
            <a:srgbClr val="87CE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Worker 2</a:t>
            </a:r>
          </a:p>
          <a:p>
            <a:pPr algn="ctr">
              <a:defRPr sz="600">
                <a:solidFill>
                  <a:srgbClr val="3C3C3C"/>
                </a:solidFill>
              </a:defRPr>
            </a:pPr>
            <a:r>
              <a:t>IP: XX.XX.162.97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46488" y="1920240"/>
            <a:ext cx="1463040" cy="640080"/>
          </a:xfrm>
          <a:prstGeom prst="roundRect">
            <a:avLst/>
          </a:prstGeom>
          <a:solidFill>
            <a:srgbClr val="87CE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Worker 3</a:t>
            </a:r>
          </a:p>
          <a:p>
            <a:pPr algn="ctr">
              <a:defRPr sz="600">
                <a:solidFill>
                  <a:srgbClr val="3C3C3C"/>
                </a:solidFill>
              </a:defRPr>
            </a:pPr>
            <a:r>
              <a:t>IP: XX.XX.162.98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7528" y="27889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14D8A"/>
                </a:solidFill>
              </a:defRPr>
            </a:pPr>
            <a:r>
              <a:t>Pod服务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7528" y="3017520"/>
            <a:ext cx="1463040" cy="502920"/>
          </a:xfrm>
          <a:prstGeom prst="roundRect">
            <a:avLst/>
          </a:prstGeom>
          <a:solidFill>
            <a:srgbClr val="ADD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mc</a:t>
            </a:r>
          </a:p>
          <a:p>
            <a:pPr algn="ctr">
              <a:defRPr sz="500">
                <a:solidFill>
                  <a:srgbClr val="3C3C3C"/>
                </a:solidFill>
              </a:defRPr>
            </a:pPr>
            <a:r>
              <a:t>4 x2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2008" y="3017520"/>
            <a:ext cx="1463040" cy="502920"/>
          </a:xfrm>
          <a:prstGeom prst="roundRect">
            <a:avLst/>
          </a:prstGeom>
          <a:solidFill>
            <a:srgbClr val="ADD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fileserver</a:t>
            </a:r>
          </a:p>
          <a:p>
            <a:pPr algn="ctr">
              <a:defRPr sz="500">
                <a:solidFill>
                  <a:srgbClr val="3C3C3C"/>
                </a:solidFill>
              </a:defRPr>
            </a:pPr>
            <a:r>
              <a:t>4 x2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6488" y="3017520"/>
            <a:ext cx="1463040" cy="502920"/>
          </a:xfrm>
          <a:prstGeom prst="roundRect">
            <a:avLst/>
          </a:prstGeom>
          <a:solidFill>
            <a:srgbClr val="ADD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web</a:t>
            </a:r>
          </a:p>
          <a:p>
            <a:pPr algn="ctr">
              <a:defRPr sz="500">
                <a:solidFill>
                  <a:srgbClr val="3C3C3C"/>
                </a:solidFill>
              </a:defRPr>
            </a:pPr>
            <a:r>
              <a:t>4 x2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968" y="3017520"/>
            <a:ext cx="1463040" cy="502920"/>
          </a:xfrm>
          <a:prstGeom prst="roundRect">
            <a:avLst/>
          </a:prstGeom>
          <a:solidFill>
            <a:srgbClr val="ADD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mservice</a:t>
            </a:r>
          </a:p>
          <a:p>
            <a:pPr algn="ctr">
              <a:defRPr sz="500">
                <a:solidFill>
                  <a:srgbClr val="3C3C3C"/>
                </a:solidFill>
              </a:defRPr>
            </a:pPr>
            <a:r>
              <a:t>4 x2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7528" y="3611880"/>
            <a:ext cx="1463040" cy="502920"/>
          </a:xfrm>
          <a:prstGeom prst="roundRect">
            <a:avLst/>
          </a:prstGeom>
          <a:solidFill>
            <a:srgbClr val="ADD8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000000"/>
                </a:solidFill>
              </a:defRPr>
            </a:pPr>
            <a:r>
              <a:t>mservice-qing</a:t>
            </a:r>
          </a:p>
          <a:p>
            <a:pPr algn="ctr">
              <a:defRPr sz="500">
                <a:solidFill>
                  <a:srgbClr val="3C3C3C"/>
                </a:solidFill>
              </a:defRPr>
            </a:pPr>
            <a:r>
              <a:t>4 x2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0689" y="5057723"/>
            <a:ext cx="5699060" cy="2202110"/>
          </a:xfrm>
          <a:prstGeom prst="roundRect">
            <a:avLst/>
          </a:prstGeom>
          <a:solidFill>
            <a:srgbClr val="F5FFF5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37669" y="510344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8B57"/>
                </a:solidFill>
              </a:defRPr>
            </a:pPr>
            <a:r>
              <a:t>中间件服务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454" y="5477593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008B8B"/>
                </a:solidFill>
              </a:defRPr>
            </a:pPr>
            <a:r>
              <a:t>Redis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81214" y="5415094"/>
            <a:ext cx="1097280" cy="457200"/>
          </a:xfrm>
          <a:prstGeom prst="roundRect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ierp-p-redis01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5398" y="5415094"/>
            <a:ext cx="1097280" cy="457200"/>
          </a:xfrm>
          <a:prstGeom prst="roundRect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ierp-p-redis02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9582" y="5415094"/>
            <a:ext cx="1097280" cy="457200"/>
          </a:xfrm>
          <a:prstGeom prst="roundRect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ierp-p-redis03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6369" y="614661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8C00"/>
                </a:solidFill>
              </a:defRPr>
            </a:pPr>
            <a:r>
              <a:t>ZooKeeper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81214" y="6009454"/>
            <a:ext cx="109728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ierp-p-zk01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65398" y="6009454"/>
            <a:ext cx="109728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ierp-p-zk02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49582" y="6055173"/>
            <a:ext cx="1097280" cy="45720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ierp-p-zk03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7094" y="67573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9370DB"/>
                </a:solidFill>
              </a:defRPr>
            </a:pPr>
            <a:r>
              <a:t>MQ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32138" y="6657923"/>
            <a:ext cx="1097280" cy="457200"/>
          </a:xfrm>
          <a:prstGeom prst="roundRect">
            <a:avLst/>
          </a:prstGeom>
          <a:solidFill>
            <a:srgbClr val="9370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ierp-p-admq1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X.162.86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65398" y="6622270"/>
            <a:ext cx="1097280" cy="457200"/>
          </a:xfrm>
          <a:prstGeom prst="roundRect">
            <a:avLst/>
          </a:prstGeom>
          <a:solidFill>
            <a:srgbClr val="9370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dirty="0"/>
              <a:t>ierp-p-admq2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rPr dirty="0"/>
              <a:t>X.162.87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75169" y="6657923"/>
            <a:ext cx="1097280" cy="457200"/>
          </a:xfrm>
          <a:prstGeom prst="roundRect">
            <a:avLst/>
          </a:prstGeom>
          <a:solidFill>
            <a:srgbClr val="9370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ierp-p-admq2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X.162.88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5349" y="61789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3CB371"/>
                </a:solidFill>
              </a:defRPr>
            </a:pPr>
            <a:r>
              <a:rPr dirty="0"/>
              <a:t>ELK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54489" y="6393670"/>
            <a:ext cx="1097280" cy="457200"/>
          </a:xfrm>
          <a:prstGeom prst="roundRect">
            <a:avLst/>
          </a:prstGeom>
          <a:solidFill>
            <a:srgbClr val="3CB3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ierp-p-elk</a:t>
            </a:r>
          </a:p>
          <a:p>
            <a:pPr algn="ctr">
              <a:defRPr sz="500">
                <a:solidFill>
                  <a:srgbClr val="DCDCDC"/>
                </a:solidFill>
              </a:defRPr>
            </a:pPr>
            <a:r>
              <a:t>.162.129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10631" y="5673475"/>
            <a:ext cx="4114800" cy="1097280"/>
          </a:xfrm>
          <a:prstGeom prst="roundRect">
            <a:avLst/>
          </a:prstGeom>
          <a:solidFill>
            <a:srgbClr val="FFF5FF"/>
          </a:solidFill>
          <a:ln w="12700"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02071" y="5719195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3399"/>
                </a:solidFill>
              </a:defRPr>
            </a:pPr>
            <a:r>
              <a:t>数据库服务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7791" y="6039235"/>
            <a:ext cx="1920240" cy="640080"/>
          </a:xfrm>
          <a:prstGeom prst="roundRect">
            <a:avLst/>
          </a:prstGeom>
          <a:solidFill>
            <a:srgbClr val="66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ierp-p-mdd01</a:t>
            </a:r>
          </a:p>
          <a:p>
            <a:pPr algn="ctr">
              <a:defRPr sz="600">
                <a:solidFill>
                  <a:srgbClr val="DCDCDC"/>
                </a:solidFill>
              </a:defRPr>
            </a:pPr>
            <a:r>
              <a:t>IP: .162.121 核/32G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59471" y="6039235"/>
            <a:ext cx="1920240" cy="640080"/>
          </a:xfrm>
          <a:prstGeom prst="roundRect">
            <a:avLst/>
          </a:prstGeom>
          <a:solidFill>
            <a:srgbClr val="66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ierp-p-mdd02</a:t>
            </a:r>
          </a:p>
          <a:p>
            <a:pPr algn="ctr">
              <a:defRPr sz="600">
                <a:solidFill>
                  <a:srgbClr val="DCDCDC"/>
                </a:solidFill>
              </a:defRPr>
            </a:pPr>
            <a:r>
              <a:t>IP: .162.122 核/32G</a:t>
            </a:r>
          </a:p>
        </p:txBody>
      </p:sp>
      <p:cxnSp>
        <p:nvCxnSpPr>
          <p:cNvPr id="49" name="Connector 48"/>
          <p:cNvCxnSpPr>
            <a:cxnSpLocks/>
            <a:stCxn id="4" idx="1"/>
            <a:endCxn id="3" idx="3"/>
          </p:cNvCxnSpPr>
          <p:nvPr/>
        </p:nvCxnSpPr>
        <p:spPr>
          <a:xfrm flipH="1">
            <a:off x="1486946" y="1874520"/>
            <a:ext cx="355485" cy="0"/>
          </a:xfrm>
          <a:prstGeom prst="line">
            <a:avLst/>
          </a:prstGeom>
          <a:ln w="25400">
            <a:solidFill>
              <a:srgbClr val="FF8C00"/>
            </a:solidFill>
            <a:head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749039" y="1645920"/>
            <a:ext cx="365761" cy="0"/>
          </a:xfrm>
          <a:prstGeom prst="line">
            <a:avLst/>
          </a:prstGeom>
          <a:ln w="25400">
            <a:solidFill>
              <a:srgbClr val="00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48">
            <a:extLst>
              <a:ext uri="{FF2B5EF4-FFF2-40B4-BE49-F238E27FC236}">
                <a16:creationId xmlns:a16="http://schemas.microsoft.com/office/drawing/2014/main" id="{85460D90-8214-20D5-DF64-A49EFBC70E84}"/>
              </a:ext>
            </a:extLst>
          </p:cNvPr>
          <p:cNvCxnSpPr>
            <a:cxnSpLocks/>
          </p:cNvCxnSpPr>
          <p:nvPr/>
        </p:nvCxnSpPr>
        <p:spPr>
          <a:xfrm flipV="1">
            <a:off x="4862678" y="4114800"/>
            <a:ext cx="2321235" cy="942923"/>
          </a:xfrm>
          <a:prstGeom prst="line">
            <a:avLst/>
          </a:prstGeom>
          <a:ln w="25400">
            <a:solidFill>
              <a:srgbClr val="FF8C00"/>
            </a:solidFill>
            <a:head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48">
            <a:extLst>
              <a:ext uri="{FF2B5EF4-FFF2-40B4-BE49-F238E27FC236}">
                <a16:creationId xmlns:a16="http://schemas.microsoft.com/office/drawing/2014/main" id="{BECA1909-7B6B-CCF3-09F0-987F357FB38D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7336313" y="4267200"/>
            <a:ext cx="3231718" cy="1406275"/>
          </a:xfrm>
          <a:prstGeom prst="line">
            <a:avLst/>
          </a:prstGeom>
          <a:ln w="25400">
            <a:solidFill>
              <a:srgbClr val="FF8C00"/>
            </a:solidFill>
            <a:head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</Words>
  <Application>Microsoft Office PowerPoint</Application>
  <PresentationFormat>自定义</PresentationFormat>
  <Paragraphs>58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2026-04-21T06:23:53Z</dcterms:modified>
  <cp:category/>
</cp:coreProperties>
</file>
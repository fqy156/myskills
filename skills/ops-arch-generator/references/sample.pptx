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0" r:id="rId1"/>
  </p:sldMasterIdLst>
  <p:notesMasterIdLst>
    <p:notesMasterId r:id="rId4"/>
  </p:notesMasterIdLst>
  <p:handoutMasterIdLst>
    <p:handoutMasterId r:id="rId5"/>
  </p:handoutMasterIdLst>
  <p:sldIdLst>
    <p:sldId id="2147481818" r:id="rId2"/>
    <p:sldId id="214748181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2147481818"/>
            <p14:sldId id="214748181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3C4"/>
    <a:srgbClr val="CCD5F7"/>
    <a:srgbClr val="25C1FB"/>
    <a:srgbClr val="FFC000"/>
    <a:srgbClr val="C270AA"/>
    <a:srgbClr val="A16EFF"/>
    <a:srgbClr val="2A70EB"/>
    <a:srgbClr val="08C8C8"/>
    <a:srgbClr val="00CCFF"/>
    <a:srgbClr val="00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74" autoAdjust="0"/>
    <p:restoredTop sz="94270" autoAdjust="0"/>
  </p:normalViewPr>
  <p:slideViewPr>
    <p:cSldViewPr snapToGrid="0" snapToObjects="1">
      <p:cViewPr>
        <p:scale>
          <a:sx n="66" d="100"/>
          <a:sy n="66" d="100"/>
        </p:scale>
        <p:origin x="624" y="784"/>
      </p:cViewPr>
      <p:guideLst>
        <p:guide orient="horz" pos="2160"/>
        <p:guide pos="3840"/>
        <p:guide pos="302"/>
        <p:guide pos="7491"/>
        <p:guide orient="horz" pos="187"/>
        <p:guide orient="horz" pos="4133"/>
      </p:guideLst>
    </p:cSldViewPr>
  </p:slideViewPr>
  <p:outlineViewPr>
    <p:cViewPr>
      <p:scale>
        <a:sx n="33" d="100"/>
        <a:sy n="33" d="100"/>
      </p:scale>
      <p:origin x="0" y="-4744"/>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2026/4/27</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2026/4/27</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7551-0C84-6A80-7D44-F332CA187E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0B316D-D08A-F508-3EEB-E025CCC0BD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021033-4D62-0974-4C00-A9FD69C1766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EC1D686-7BA3-345A-8D20-17001E72A00F}"/>
              </a:ext>
            </a:extLst>
          </p:cNvPr>
          <p:cNvSpPr>
            <a:spLocks noGrp="1"/>
          </p:cNvSpPr>
          <p:nvPr>
            <p:ph type="sldNum" sz="quarter" idx="5"/>
          </p:nvPr>
        </p:nvSpPr>
        <p:spPr/>
        <p:txBody>
          <a:bodyPr/>
          <a:lstStyle/>
          <a:p>
            <a:fld id="{764D78B7-773E-4F3B-BEFE-BA1686F3E5CF}" type="slidenum">
              <a:rPr lang="zh-CN" altLang="en-US" smtClean="0"/>
              <a:t>1</a:t>
            </a:fld>
            <a:endParaRPr lang="zh-CN" altLang="en-US"/>
          </a:p>
        </p:txBody>
      </p:sp>
    </p:spTree>
    <p:extLst>
      <p:ext uri="{BB962C8B-B14F-4D97-AF65-F5344CB8AC3E}">
        <p14:creationId xmlns:p14="http://schemas.microsoft.com/office/powerpoint/2010/main" val="426711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5E9F0-E3F0-A50F-CF85-90699B0B4C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308B98-5D2A-BC49-EF3F-0B44B15CEF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FCE479-D248-DA13-2022-AFDE80BA18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5EEE25-87F3-D9E6-A8CB-E26E83901309}"/>
              </a:ext>
            </a:extLst>
          </p:cNvPr>
          <p:cNvSpPr>
            <a:spLocks noGrp="1"/>
          </p:cNvSpPr>
          <p:nvPr>
            <p:ph type="sldNum" sz="quarter" idx="5"/>
          </p:nvPr>
        </p:nvSpPr>
        <p:spPr/>
        <p:txBody>
          <a:bodyPr/>
          <a:lstStyle/>
          <a:p>
            <a:fld id="{764D78B7-773E-4F3B-BEFE-BA1686F3E5CF}" type="slidenum">
              <a:rPr lang="zh-CN" altLang="en-US" smtClean="0"/>
              <a:t>2</a:t>
            </a:fld>
            <a:endParaRPr lang="zh-CN" altLang="en-US"/>
          </a:p>
        </p:txBody>
      </p:sp>
    </p:spTree>
    <p:extLst>
      <p:ext uri="{BB962C8B-B14F-4D97-AF65-F5344CB8AC3E}">
        <p14:creationId xmlns:p14="http://schemas.microsoft.com/office/powerpoint/2010/main" val="32491199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GI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427"/>
            <a:ext cx="2319275" cy="1304423"/>
          </a:xfrm>
          <a:prstGeom prst="rect">
            <a:avLst/>
          </a:prstGeom>
        </p:spPr>
      </p:pic>
      <p:sp>
        <p:nvSpPr>
          <p:cNvPr id="9" name="Rectangle 37"/>
          <p:cNvSpPr/>
          <p:nvPr userDrawn="1"/>
        </p:nvSpPr>
        <p:spPr bwMode="auto">
          <a:xfrm>
            <a:off x="920345" y="6421913"/>
            <a:ext cx="3123019" cy="151979"/>
          </a:xfrm>
          <a:prstGeom prst="rect">
            <a:avLst/>
          </a:prstGeom>
          <a:noFill/>
          <a:ln>
            <a:noFill/>
          </a:ln>
        </p:spPr>
        <p:txBody>
          <a:bodyPr lIns="0" tIns="0" rIns="0" bIns="0" anchor="ctr"/>
          <a:lstStyle/>
          <a:p>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lang="en-US" altLang="zh-CN"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©1993-2022</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5"/>
            <a:ext cx="10515600" cy="1325563"/>
          </a:xfrm>
          <a:prstGeom prst="rect">
            <a:avLst/>
          </a:prstGeom>
        </p:spPr>
        <p:txBody>
          <a:bodyPr vert="horz" lIns="91332" tIns="45718" rIns="91332" bIns="45718" rtlCol="0" anchor="ctr">
            <a:normAutofit/>
          </a:bodyPr>
          <a:lstStyle>
            <a:lvl1pPr>
              <a:defRPr sz="55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3" y="4804913"/>
            <a:ext cx="2750820" cy="405443"/>
          </a:xfrm>
          <a:prstGeom prst="rect">
            <a:avLst/>
          </a:prstGeom>
        </p:spPr>
        <p:txBody>
          <a:bodyPr lIns="89892" tIns="45718" rIns="91332" bIns="45718">
            <a:noAutofit/>
          </a:bodyPr>
          <a:lstStyle>
            <a:lvl1pPr marL="0" indent="0">
              <a:lnSpc>
                <a:spcPct val="130000"/>
              </a:lnSpc>
              <a:spcBef>
                <a:spcPts val="0"/>
              </a:spcBef>
              <a:buNone/>
              <a:defRPr sz="19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71" y="5226228"/>
            <a:ext cx="2745335" cy="432701"/>
          </a:xfrm>
          <a:prstGeom prst="rect">
            <a:avLst/>
          </a:prstGeom>
        </p:spPr>
        <p:txBody>
          <a:bodyPr lIns="89892" tIns="45718" rIns="91332" bIns="45718">
            <a:noAutofit/>
          </a:bodyPr>
          <a:lstStyle>
            <a:lvl1pPr marL="0" indent="0" algn="l">
              <a:lnSpc>
                <a:spcPct val="130000"/>
              </a:lnSpc>
              <a:spcBef>
                <a:spcPts val="0"/>
              </a:spcBef>
              <a:buNone/>
              <a:defRPr sz="19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5" y="5667555"/>
            <a:ext cx="2750820" cy="301924"/>
          </a:xfrm>
          <a:prstGeom prst="rect">
            <a:avLst/>
          </a:prstGeom>
        </p:spPr>
        <p:txBody>
          <a:bodyPr lIns="89892" tIns="45718" rIns="91332" bIns="45718">
            <a:noAutofit/>
          </a:bodyPr>
          <a:lstStyle>
            <a:lvl1pPr marL="0" indent="0">
              <a:lnSpc>
                <a:spcPct val="130000"/>
              </a:lnSpc>
              <a:spcBef>
                <a:spcPts val="0"/>
              </a:spcBef>
              <a:buNone/>
              <a:defRPr sz="15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5" y="6409075"/>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olidFill>
                  <a:srgbClr val="1770EA">
                    <a:lumMod val="75000"/>
                  </a:srgbClr>
                </a:solidFill>
              </a:rPr>
              <a:t> </a:t>
            </a:r>
            <a:r>
              <a:rPr lang="zh-CN" altLang="zh-CN" sz="900" dirty="0">
                <a:solidFill>
                  <a:srgbClr val="1770EA">
                    <a:lumMod val="75000"/>
                  </a:srgbClr>
                </a:solidFill>
                <a:latin typeface="微软雅黑" panose="020B0503020204020204" pitchFamily="34" charset="-122"/>
                <a:ea typeface="微软雅黑" panose="020B0503020204020204" pitchFamily="34" charset="-122"/>
              </a:rPr>
              <a:t>①</a:t>
            </a:r>
            <a:r>
              <a:rPr lang="zh-CN" altLang="en-US" sz="900" dirty="0">
                <a:solidFill>
                  <a:srgbClr val="1770EA">
                    <a:lumMod val="75000"/>
                  </a:srgbClr>
                </a:solidFill>
                <a:latin typeface="微软雅黑" panose="020B0503020204020204" pitchFamily="34" charset="-122"/>
                <a:ea typeface="微软雅黑" panose="020B0503020204020204" pitchFamily="34" charset="-122"/>
              </a:rPr>
              <a:t> </a:t>
            </a:r>
            <a:r>
              <a:rPr lang="zh-CN" altLang="zh-CN" sz="900" dirty="0">
                <a:solidFill>
                  <a:srgbClr val="1770EA">
                    <a:lumMod val="75000"/>
                  </a:srgbClr>
                </a:solidFill>
                <a:latin typeface="微软雅黑" panose="020B0503020204020204" pitchFamily="34" charset="-122"/>
                <a:ea typeface="微软雅黑" panose="020B0503020204020204" pitchFamily="34" charset="-122"/>
              </a:rPr>
              <a:t>绝密信息 严禁泄露</a:t>
            </a:r>
            <a:endParaRPr sz="900" dirty="0">
              <a:solidFill>
                <a:srgbClr val="1770EA">
                  <a:lumMod val="75000"/>
                </a:srgbClr>
              </a:solidFill>
            </a:endParaRPr>
          </a:p>
        </p:txBody>
      </p:sp>
    </p:spTree>
    <p:extLst>
      <p:ext uri="{BB962C8B-B14F-4D97-AF65-F5344CB8AC3E}">
        <p14:creationId xmlns:p14="http://schemas.microsoft.com/office/powerpoint/2010/main" val="3144717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1" name="Text Box 5"/>
          <p:cNvSpPr txBox="1">
            <a:spLocks noChangeArrowheads="1"/>
          </p:cNvSpPr>
          <p:nvPr userDrawn="1"/>
        </p:nvSpPr>
        <p:spPr bwMode="auto">
          <a:xfrm>
            <a:off x="11585877" y="6432188"/>
            <a:ext cx="209883"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9" name="文本占位符 18"/>
          <p:cNvSpPr>
            <a:spLocks noGrp="1"/>
          </p:cNvSpPr>
          <p:nvPr>
            <p:ph type="body" sz="quarter" idx="13" hasCustomPrompt="1"/>
          </p:nvPr>
        </p:nvSpPr>
        <p:spPr>
          <a:xfrm>
            <a:off x="408475" y="2809833"/>
            <a:ext cx="1052336" cy="751495"/>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9" y="1688801"/>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9" y="21425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x-none" dirty="0"/>
          </a:p>
        </p:txBody>
      </p:sp>
      <p:sp>
        <p:nvSpPr>
          <p:cNvPr id="25" name="文本占位符 21"/>
          <p:cNvSpPr>
            <a:spLocks noGrp="1"/>
          </p:cNvSpPr>
          <p:nvPr>
            <p:ph type="body" sz="quarter" idx="18" hasCustomPrompt="1"/>
          </p:nvPr>
        </p:nvSpPr>
        <p:spPr>
          <a:xfrm>
            <a:off x="1637849" y="32093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x-none" dirty="0"/>
          </a:p>
        </p:txBody>
      </p:sp>
      <p:sp>
        <p:nvSpPr>
          <p:cNvPr id="27" name="文本占位符 21"/>
          <p:cNvSpPr>
            <a:spLocks noGrp="1"/>
          </p:cNvSpPr>
          <p:nvPr>
            <p:ph type="body" sz="quarter" idx="20" hasCustomPrompt="1"/>
          </p:nvPr>
        </p:nvSpPr>
        <p:spPr>
          <a:xfrm>
            <a:off x="1637849" y="4278567"/>
            <a:ext cx="6602907" cy="285116"/>
          </a:xfrm>
          <a:prstGeom prst="rect">
            <a:avLst/>
          </a:prstGeom>
        </p:spPr>
        <p:txBody>
          <a:bodyPr lIns="91332" tIns="45718" rIns="91332" bIns="45718">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x-none" dirty="0"/>
          </a:p>
        </p:txBody>
      </p:sp>
      <p:sp>
        <p:nvSpPr>
          <p:cNvPr id="28" name="文本占位符 18"/>
          <p:cNvSpPr>
            <a:spLocks noGrp="1"/>
          </p:cNvSpPr>
          <p:nvPr>
            <p:ph type="body" sz="quarter" idx="21" hasCustomPrompt="1"/>
          </p:nvPr>
        </p:nvSpPr>
        <p:spPr>
          <a:xfrm>
            <a:off x="408475" y="4957149"/>
            <a:ext cx="1052336" cy="673771"/>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9" y="53458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x-none" dirty="0"/>
          </a:p>
        </p:txBody>
      </p:sp>
      <p:sp>
        <p:nvSpPr>
          <p:cNvPr id="31" name="文本占位符 21"/>
          <p:cNvSpPr>
            <a:spLocks noGrp="1"/>
          </p:cNvSpPr>
          <p:nvPr>
            <p:ph type="body" sz="quarter" idx="24" hasCustomPrompt="1"/>
          </p:nvPr>
        </p:nvSpPr>
        <p:spPr>
          <a:xfrm>
            <a:off x="10065853" y="1737456"/>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854" y="2816560"/>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854" y="3896708"/>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854" y="4974828"/>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9" y="2799141"/>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9" y="3876826"/>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9" y="4938185"/>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5" y="1650433"/>
            <a:ext cx="1052336" cy="830675"/>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01</a:t>
            </a:r>
            <a:endParaRPr kumimoji="1" lang="zh-CN" altLang="en-US" dirty="0"/>
          </a:p>
        </p:txBody>
      </p:sp>
    </p:spTree>
    <p:extLst>
      <p:ext uri="{BB962C8B-B14F-4D97-AF65-F5344CB8AC3E}">
        <p14:creationId xmlns:p14="http://schemas.microsoft.com/office/powerpoint/2010/main" val="2002324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50044"/>
            <a:ext cx="209883"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9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Content Placeholder 5"/>
          <p:cNvSpPr>
            <a:spLocks noGrp="1"/>
          </p:cNvSpPr>
          <p:nvPr>
            <p:ph sz="quarter" idx="12" hasCustomPrompt="1"/>
          </p:nvPr>
        </p:nvSpPr>
        <p:spPr>
          <a:xfrm>
            <a:off x="397213" y="1374244"/>
            <a:ext cx="11206475" cy="4890199"/>
          </a:xfrm>
          <a:prstGeom prst="rect">
            <a:avLst/>
          </a:prstGeom>
        </p:spPr>
        <p:txBody>
          <a:bodyPr lIns="89892" tIns="45718" rIns="91332" bIns="45718">
            <a:noAutofit/>
          </a:bodyPr>
          <a:lstStyle>
            <a:lvl1pPr marL="0" indent="0">
              <a:lnSpc>
                <a:spcPct val="130000"/>
              </a:lnSpc>
              <a:spcBef>
                <a:spcPts val="0"/>
              </a:spcBef>
              <a:buNone/>
              <a:defRPr sz="19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1856405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3"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00" dirty="0">
              <a:solidFill>
                <a:srgbClr val="FFC000"/>
              </a:solidFill>
              <a:latin typeface="微软雅黑" panose="020B0503020204020204" pitchFamily="34" charset="-122"/>
              <a:sym typeface="Helvetica Neue Medium" panose="02000503000000020004"/>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7"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1" name="Content Placeholder 5"/>
          <p:cNvSpPr>
            <a:spLocks noGrp="1"/>
          </p:cNvSpPr>
          <p:nvPr>
            <p:ph sz="quarter" idx="12" hasCustomPrompt="1"/>
          </p:nvPr>
        </p:nvSpPr>
        <p:spPr>
          <a:xfrm>
            <a:off x="397213" y="1374244"/>
            <a:ext cx="11206475" cy="4890199"/>
          </a:xfrm>
          <a:prstGeom prst="rect">
            <a:avLst/>
          </a:prstGeom>
        </p:spPr>
        <p:txBody>
          <a:bodyPr lIns="89892" tIns="45718" rIns="91332" bIns="45718">
            <a:noAutofit/>
          </a:bodyPr>
          <a:lstStyle>
            <a:lvl1pPr marL="0" indent="0">
              <a:lnSpc>
                <a:spcPct val="130000"/>
              </a:lnSpc>
              <a:spcBef>
                <a:spcPts val="0"/>
              </a:spcBef>
              <a:buNone/>
              <a:defRPr sz="19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副标题，微软雅黑粗体</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2"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solidFill>
              </a:rPr>
              <a:t> </a:t>
            </a:r>
            <a:r>
              <a:rPr lang="zh-CN" altLang="en-US" sz="900" dirty="0">
                <a:solidFill>
                  <a:srgbClr val="FFFFFF"/>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183285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图文-双图2">
    <p:spTree>
      <p:nvGrpSpPr>
        <p:cNvPr id="1" name=""/>
        <p:cNvGrpSpPr/>
        <p:nvPr/>
      </p:nvGrpSpPr>
      <p:grpSpPr>
        <a:xfrm>
          <a:off x="0" y="0"/>
          <a:ext cx="0" cy="0"/>
          <a:chOff x="0" y="0"/>
          <a:chExt cx="0" cy="0"/>
        </a:xfrm>
      </p:grpSpPr>
      <p:sp>
        <p:nvSpPr>
          <p:cNvPr id="17" name="文本占位符 3"/>
          <p:cNvSpPr>
            <a:spLocks noGrp="1"/>
          </p:cNvSpPr>
          <p:nvPr>
            <p:ph type="body" sz="quarter" idx="26" hasCustomPrompt="1"/>
          </p:nvPr>
        </p:nvSpPr>
        <p:spPr>
          <a:xfrm>
            <a:off x="6754767" y="4996105"/>
            <a:ext cx="4457828"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5" name="文本占位符 3"/>
          <p:cNvSpPr>
            <a:spLocks noGrp="1"/>
          </p:cNvSpPr>
          <p:nvPr>
            <p:ph type="body" sz="quarter" idx="24" hasCustomPrompt="1"/>
          </p:nvPr>
        </p:nvSpPr>
        <p:spPr>
          <a:xfrm>
            <a:off x="1203899" y="4996105"/>
            <a:ext cx="4457828" cy="552823"/>
          </a:xfrm>
          <a:prstGeom prst="rect">
            <a:avLst/>
          </a:prstGeom>
        </p:spPr>
        <p:txBody>
          <a:bodyPr lIns="91332" tIns="45718" rIns="91332" bIns="45718" anchor="t"/>
          <a:lstStyle>
            <a:lvl1pPr marL="0" marR="0" indent="0" algn="ctr"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文本占位符 3"/>
          <p:cNvSpPr>
            <a:spLocks noGrp="1"/>
          </p:cNvSpPr>
          <p:nvPr>
            <p:ph type="body" sz="quarter" idx="25" hasCustomPrompt="1"/>
          </p:nvPr>
        </p:nvSpPr>
        <p:spPr>
          <a:xfrm>
            <a:off x="7259501" y="1309218"/>
            <a:ext cx="3496023" cy="722313"/>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14" name="文本占位符 3"/>
          <p:cNvSpPr>
            <a:spLocks noGrp="1"/>
          </p:cNvSpPr>
          <p:nvPr>
            <p:ph type="body" sz="quarter" idx="23" hasCustomPrompt="1"/>
          </p:nvPr>
        </p:nvSpPr>
        <p:spPr>
          <a:xfrm>
            <a:off x="1704750" y="1309218"/>
            <a:ext cx="3496023" cy="722313"/>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7" name="图片占位符 6"/>
          <p:cNvSpPr>
            <a:spLocks noGrp="1"/>
          </p:cNvSpPr>
          <p:nvPr>
            <p:ph type="pic" sz="quarter" idx="11" hasCustomPrompt="1"/>
          </p:nvPr>
        </p:nvSpPr>
        <p:spPr>
          <a:xfrm>
            <a:off x="1293492" y="2008739"/>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6"/>
          <p:cNvSpPr>
            <a:spLocks noGrp="1"/>
          </p:cNvSpPr>
          <p:nvPr>
            <p:ph type="pic" sz="quarter" idx="12" hasCustomPrompt="1"/>
          </p:nvPr>
        </p:nvSpPr>
        <p:spPr>
          <a:xfrm>
            <a:off x="6848244" y="2008739"/>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2"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3"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9"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115695418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图文-双图1">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11844" y="-19250"/>
            <a:ext cx="6083207" cy="6886875"/>
          </a:xfrm>
          <a:prstGeom prst="rect">
            <a:avLst/>
          </a:prstGeom>
          <a:gradFill>
            <a:gsLst>
              <a:gs pos="0">
                <a:schemeClr val="tx1">
                  <a:alpha val="10691"/>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dirty="0">
                <a:solidFill>
                  <a:schemeClr val="bg1"/>
                </a:solidFill>
              </a:defRPr>
            </a:lvl1pPr>
          </a:lstStyle>
          <a:p>
            <a:pPr marL="317068" lvl="0" indent="-317068" algn="ctr"/>
            <a:r>
              <a:rPr kumimoji="1" lang="zh-CN" altLang="en-US" dirty="0"/>
              <a:t>点击添加图片</a:t>
            </a:r>
          </a:p>
        </p:txBody>
      </p:sp>
      <p:sp>
        <p:nvSpPr>
          <p:cNvPr id="9" name="图片占位符 6"/>
          <p:cNvSpPr>
            <a:spLocks noGrp="1"/>
          </p:cNvSpPr>
          <p:nvPr>
            <p:ph type="pic" sz="quarter" idx="12" hasCustomPrompt="1"/>
          </p:nvPr>
        </p:nvSpPr>
        <p:spPr>
          <a:xfrm>
            <a:off x="6116755" y="-19250"/>
            <a:ext cx="6083207" cy="6886875"/>
          </a:xfrm>
          <a:prstGeom prst="rect">
            <a:avLst/>
          </a:prstGeom>
          <a:gradFill>
            <a:gsLst>
              <a:gs pos="0">
                <a:schemeClr val="tx1">
                  <a:alpha val="995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a:solidFill>
                  <a:schemeClr val="bg1"/>
                </a:solidFill>
              </a:defRPr>
            </a:lvl1pPr>
          </a:lstStyle>
          <a:p>
            <a:pPr marL="317068" lvl="0" indent="-317068" algn="ctr"/>
            <a:r>
              <a:rPr kumimoji="1" lang="zh-CN" altLang="en-US" dirty="0"/>
              <a:t>点击添加图片</a:t>
            </a:r>
          </a:p>
        </p:txBody>
      </p:sp>
      <p:sp>
        <p:nvSpPr>
          <p:cNvPr id="10" name="矩形"/>
          <p:cNvSpPr/>
          <p:nvPr userDrawn="1"/>
        </p:nvSpPr>
        <p:spPr>
          <a:xfrm>
            <a:off x="6128041" y="3983785"/>
            <a:ext cx="6066291"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1" name="矩形"/>
          <p:cNvSpPr/>
          <p:nvPr userDrawn="1"/>
        </p:nvSpPr>
        <p:spPr>
          <a:xfrm>
            <a:off x="727" y="3983785"/>
            <a:ext cx="6059276"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3" name="文本占位符 3"/>
          <p:cNvSpPr>
            <a:spLocks noGrp="1"/>
          </p:cNvSpPr>
          <p:nvPr>
            <p:ph type="body" sz="quarter" idx="17" hasCustomPrompt="1"/>
          </p:nvPr>
        </p:nvSpPr>
        <p:spPr>
          <a:xfrm>
            <a:off x="7128495" y="4761477"/>
            <a:ext cx="4039767" cy="722313"/>
          </a:xfrm>
          <a:prstGeom prst="rect">
            <a:avLst/>
          </a:prstGeom>
        </p:spPr>
        <p:txBody>
          <a:bodyPr lIns="91332" tIns="45718" rIns="91332" bIns="45718" anchor="ctr"/>
          <a:lstStyle>
            <a:lvl1pPr marL="0" indent="0" algn="ctr">
              <a:buNone/>
              <a:defRPr sz="23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18" hasCustomPrompt="1"/>
          </p:nvPr>
        </p:nvSpPr>
        <p:spPr>
          <a:xfrm>
            <a:off x="1009945" y="4761477"/>
            <a:ext cx="4039767" cy="722313"/>
          </a:xfrm>
          <a:prstGeom prst="rect">
            <a:avLst/>
          </a:prstGeom>
        </p:spPr>
        <p:txBody>
          <a:bodyPr lIns="91332" tIns="45718" rIns="91332" bIns="45718" anchor="ctr"/>
          <a:lstStyle>
            <a:lvl1pPr marL="0" indent="0" algn="ctr">
              <a:buNone/>
              <a:defRPr sz="23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19" hasCustomPrompt="1"/>
          </p:nvPr>
        </p:nvSpPr>
        <p:spPr>
          <a:xfrm>
            <a:off x="867635" y="5523975"/>
            <a:ext cx="4324244" cy="932620"/>
          </a:xfrm>
          <a:prstGeom prst="rect">
            <a:avLst/>
          </a:prstGeom>
        </p:spPr>
        <p:txBody>
          <a:bodyPr lIns="91332" tIns="45718" rIns="91332" bIns="45718" anchor="ctr"/>
          <a:lstStyle>
            <a:lvl1pPr marL="0" marR="0" indent="0" algn="ctr" defTabSz="228312"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ctr" defTabSz="228312"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
        <p:nvSpPr>
          <p:cNvPr id="17"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8"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文本占位符 3"/>
          <p:cNvSpPr>
            <a:spLocks noGrp="1"/>
          </p:cNvSpPr>
          <p:nvPr>
            <p:ph type="body" sz="quarter" idx="31" hasCustomPrompt="1"/>
          </p:nvPr>
        </p:nvSpPr>
        <p:spPr>
          <a:xfrm>
            <a:off x="6990139" y="5523975"/>
            <a:ext cx="4324244" cy="932620"/>
          </a:xfrm>
          <a:prstGeom prst="rect">
            <a:avLst/>
          </a:prstGeom>
        </p:spPr>
        <p:txBody>
          <a:bodyPr lIns="91332" tIns="45718" rIns="91332" bIns="45718" anchor="ctr"/>
          <a:lstStyle>
            <a:lvl1pPr marL="0" marR="0" indent="0" algn="ctr" defTabSz="228312"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ctr" defTabSz="228312"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Tree>
    <p:extLst>
      <p:ext uri="{BB962C8B-B14F-4D97-AF65-F5344CB8AC3E}">
        <p14:creationId xmlns:p14="http://schemas.microsoft.com/office/powerpoint/2010/main" val="118992962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图文-三图2">
    <p:spTree>
      <p:nvGrpSpPr>
        <p:cNvPr id="1" name=""/>
        <p:cNvGrpSpPr/>
        <p:nvPr/>
      </p:nvGrpSpPr>
      <p:grpSpPr>
        <a:xfrm>
          <a:off x="0" y="0"/>
          <a:ext cx="0" cy="0"/>
          <a:chOff x="0" y="0"/>
          <a:chExt cx="0" cy="0"/>
        </a:xfrm>
      </p:grpSpPr>
      <p:sp>
        <p:nvSpPr>
          <p:cNvPr id="11"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4" name="Picture Placeholder 8"/>
          <p:cNvSpPr>
            <a:spLocks noGrp="1"/>
          </p:cNvSpPr>
          <p:nvPr>
            <p:ph type="pic" sz="quarter" idx="14" hasCustomPrompt="1"/>
          </p:nvPr>
        </p:nvSpPr>
        <p:spPr>
          <a:xfrm>
            <a:off x="9133841" y="176099"/>
            <a:ext cx="2910043"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56725" y="176065"/>
            <a:ext cx="2910043" cy="650871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133841" y="3488434"/>
            <a:ext cx="2910043" cy="3196415"/>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3"/>
          <p:cNvSpPr>
            <a:spLocks noGrp="1"/>
          </p:cNvSpPr>
          <p:nvPr>
            <p:ph type="body" sz="quarter" idx="24" hasCustomPrompt="1"/>
          </p:nvPr>
        </p:nvSpPr>
        <p:spPr>
          <a:xfrm>
            <a:off x="414057" y="3041639"/>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3"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234699272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图文-三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6062548" y="3488365"/>
            <a:ext cx="5959091" cy="31935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62572" y="176099"/>
            <a:ext cx="2986111"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219023" y="176065"/>
            <a:ext cx="2802616" cy="3141915"/>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1" name="文本占位符 3"/>
          <p:cNvSpPr>
            <a:spLocks noGrp="1"/>
          </p:cNvSpPr>
          <p:nvPr>
            <p:ph type="body" sz="quarter" idx="24" hasCustomPrompt="1"/>
          </p:nvPr>
        </p:nvSpPr>
        <p:spPr>
          <a:xfrm>
            <a:off x="414057" y="3041637"/>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7"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34323108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图文-四图2">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574176" y="1683001"/>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4" name="图片占位符 6"/>
          <p:cNvSpPr>
            <a:spLocks noGrp="1"/>
          </p:cNvSpPr>
          <p:nvPr>
            <p:ph type="pic" sz="quarter" idx="14" hasCustomPrompt="1"/>
          </p:nvPr>
        </p:nvSpPr>
        <p:spPr>
          <a:xfrm>
            <a:off x="574176" y="4022380"/>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5" name="图片占位符 6"/>
          <p:cNvSpPr>
            <a:spLocks noGrp="1"/>
          </p:cNvSpPr>
          <p:nvPr>
            <p:ph type="pic" sz="quarter" idx="15" hasCustomPrompt="1"/>
          </p:nvPr>
        </p:nvSpPr>
        <p:spPr>
          <a:xfrm>
            <a:off x="6423428" y="1683001"/>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6" name="图片占位符 6"/>
          <p:cNvSpPr>
            <a:spLocks noGrp="1"/>
          </p:cNvSpPr>
          <p:nvPr>
            <p:ph type="pic" sz="quarter" idx="16" hasCustomPrompt="1"/>
          </p:nvPr>
        </p:nvSpPr>
        <p:spPr>
          <a:xfrm>
            <a:off x="6423428" y="4022380"/>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269" y="246989"/>
            <a:ext cx="896585" cy="416027"/>
          </a:xfrm>
          <a:prstGeom prst="rect">
            <a:avLst/>
          </a:prstGeom>
        </p:spPr>
      </p:pic>
      <p:sp>
        <p:nvSpPr>
          <p:cNvPr id="18" name="文本占位符 5"/>
          <p:cNvSpPr>
            <a:spLocks noGrp="1"/>
          </p:cNvSpPr>
          <p:nvPr>
            <p:ph type="body" sz="quarter" idx="33"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9"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0" name="文本占位符 3"/>
          <p:cNvSpPr>
            <a:spLocks noGrp="1"/>
          </p:cNvSpPr>
          <p:nvPr>
            <p:ph type="body" sz="quarter" idx="34" hasCustomPrompt="1"/>
          </p:nvPr>
        </p:nvSpPr>
        <p:spPr>
          <a:xfrm>
            <a:off x="3193775" y="1895720"/>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20" hasCustomPrompt="1"/>
          </p:nvPr>
        </p:nvSpPr>
        <p:spPr>
          <a:xfrm>
            <a:off x="3193779" y="2280572"/>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0" name="文本占位符 3"/>
          <p:cNvSpPr>
            <a:spLocks noGrp="1"/>
          </p:cNvSpPr>
          <p:nvPr>
            <p:ph type="body" sz="quarter" idx="35" hasCustomPrompt="1"/>
          </p:nvPr>
        </p:nvSpPr>
        <p:spPr>
          <a:xfrm>
            <a:off x="3193775" y="4267875"/>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6" hasCustomPrompt="1"/>
          </p:nvPr>
        </p:nvSpPr>
        <p:spPr>
          <a:xfrm>
            <a:off x="3193779" y="4652708"/>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2" name="文本占位符 3"/>
          <p:cNvSpPr>
            <a:spLocks noGrp="1"/>
          </p:cNvSpPr>
          <p:nvPr>
            <p:ph type="body" sz="quarter" idx="37" hasCustomPrompt="1"/>
          </p:nvPr>
        </p:nvSpPr>
        <p:spPr>
          <a:xfrm>
            <a:off x="9037983" y="4267875"/>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8" hasCustomPrompt="1"/>
          </p:nvPr>
        </p:nvSpPr>
        <p:spPr>
          <a:xfrm>
            <a:off x="9037987" y="4652708"/>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4" name="文本占位符 3"/>
          <p:cNvSpPr>
            <a:spLocks noGrp="1"/>
          </p:cNvSpPr>
          <p:nvPr>
            <p:ph type="body" sz="quarter" idx="39" hasCustomPrompt="1"/>
          </p:nvPr>
        </p:nvSpPr>
        <p:spPr>
          <a:xfrm>
            <a:off x="9037983" y="1895720"/>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40" hasCustomPrompt="1"/>
          </p:nvPr>
        </p:nvSpPr>
        <p:spPr>
          <a:xfrm>
            <a:off x="9037987" y="2280572"/>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2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01166977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图文-四图1">
    <p:spTree>
      <p:nvGrpSpPr>
        <p:cNvPr id="1" name=""/>
        <p:cNvGrpSpPr/>
        <p:nvPr/>
      </p:nvGrpSpPr>
      <p:grpSpPr>
        <a:xfrm>
          <a:off x="0" y="0"/>
          <a:ext cx="0" cy="0"/>
          <a:chOff x="0" y="0"/>
          <a:chExt cx="0" cy="0"/>
        </a:xfrm>
      </p:grpSpPr>
      <p:sp>
        <p:nvSpPr>
          <p:cNvPr id="5" name="Picture Placeholder 8"/>
          <p:cNvSpPr>
            <a:spLocks noGrp="1"/>
          </p:cNvSpPr>
          <p:nvPr>
            <p:ph type="pic" sz="quarter" idx="12" hasCustomPrompt="1"/>
          </p:nvPr>
        </p:nvSpPr>
        <p:spPr>
          <a:xfrm>
            <a:off x="1033775"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6" name="Picture Placeholder 8"/>
          <p:cNvSpPr>
            <a:spLocks noGrp="1"/>
          </p:cNvSpPr>
          <p:nvPr>
            <p:ph type="pic" sz="quarter" idx="13" hasCustomPrompt="1"/>
          </p:nvPr>
        </p:nvSpPr>
        <p:spPr>
          <a:xfrm>
            <a:off x="3631563"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4" hasCustomPrompt="1"/>
          </p:nvPr>
        </p:nvSpPr>
        <p:spPr>
          <a:xfrm>
            <a:off x="6229355"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5" hasCustomPrompt="1"/>
          </p:nvPr>
        </p:nvSpPr>
        <p:spPr>
          <a:xfrm>
            <a:off x="8827147"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228312" indent="-228312"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20" name="文本占位符 3"/>
          <p:cNvSpPr>
            <a:spLocks noGrp="1"/>
          </p:cNvSpPr>
          <p:nvPr>
            <p:ph type="body" sz="quarter" idx="23" hasCustomPrompt="1"/>
          </p:nvPr>
        </p:nvSpPr>
        <p:spPr>
          <a:xfrm>
            <a:off x="1037419"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2" name="文本占位符 5"/>
          <p:cNvSpPr>
            <a:spLocks noGrp="1"/>
          </p:cNvSpPr>
          <p:nvPr>
            <p:ph type="body" sz="quarter" idx="33"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2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0" name="文本占位符 21"/>
          <p:cNvSpPr>
            <a:spLocks noGrp="1"/>
          </p:cNvSpPr>
          <p:nvPr>
            <p:ph type="body" sz="quarter" idx="20" hasCustomPrompt="1"/>
          </p:nvPr>
        </p:nvSpPr>
        <p:spPr>
          <a:xfrm>
            <a:off x="1113185"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37" name="文本占位符 3"/>
          <p:cNvSpPr>
            <a:spLocks noGrp="1"/>
          </p:cNvSpPr>
          <p:nvPr>
            <p:ph type="body" sz="quarter" idx="34" hasCustomPrompt="1"/>
          </p:nvPr>
        </p:nvSpPr>
        <p:spPr>
          <a:xfrm>
            <a:off x="3621591"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8" name="文本占位符 21"/>
          <p:cNvSpPr>
            <a:spLocks noGrp="1"/>
          </p:cNvSpPr>
          <p:nvPr>
            <p:ph type="body" sz="quarter" idx="35" hasCustomPrompt="1"/>
          </p:nvPr>
        </p:nvSpPr>
        <p:spPr>
          <a:xfrm>
            <a:off x="3697356"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39" name="文本占位符 3"/>
          <p:cNvSpPr>
            <a:spLocks noGrp="1"/>
          </p:cNvSpPr>
          <p:nvPr>
            <p:ph type="body" sz="quarter" idx="36" hasCustomPrompt="1"/>
          </p:nvPr>
        </p:nvSpPr>
        <p:spPr>
          <a:xfrm>
            <a:off x="6192515"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40" name="文本占位符 21"/>
          <p:cNvSpPr>
            <a:spLocks noGrp="1"/>
          </p:cNvSpPr>
          <p:nvPr>
            <p:ph type="body" sz="quarter" idx="37" hasCustomPrompt="1"/>
          </p:nvPr>
        </p:nvSpPr>
        <p:spPr>
          <a:xfrm>
            <a:off x="6268281"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41" name="文本占位符 3"/>
          <p:cNvSpPr>
            <a:spLocks noGrp="1"/>
          </p:cNvSpPr>
          <p:nvPr>
            <p:ph type="body" sz="quarter" idx="38" hasCustomPrompt="1"/>
          </p:nvPr>
        </p:nvSpPr>
        <p:spPr>
          <a:xfrm>
            <a:off x="8803191"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42" name="文本占位符 21"/>
          <p:cNvSpPr>
            <a:spLocks noGrp="1"/>
          </p:cNvSpPr>
          <p:nvPr>
            <p:ph type="body" sz="quarter" idx="39" hasCustomPrompt="1"/>
          </p:nvPr>
        </p:nvSpPr>
        <p:spPr>
          <a:xfrm>
            <a:off x="8878957"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2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9" name="图片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05700909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图文-四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9212525" y="171324"/>
            <a:ext cx="2809185" cy="31466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3" hasCustomPrompt="1"/>
          </p:nvPr>
        </p:nvSpPr>
        <p:spPr>
          <a:xfrm>
            <a:off x="6056760" y="3488365"/>
            <a:ext cx="2979543"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5" hasCustomPrompt="1"/>
          </p:nvPr>
        </p:nvSpPr>
        <p:spPr>
          <a:xfrm>
            <a:off x="6056760" y="171324"/>
            <a:ext cx="2979543" cy="31466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6" hasCustomPrompt="1"/>
          </p:nvPr>
        </p:nvSpPr>
        <p:spPr>
          <a:xfrm>
            <a:off x="9212525" y="3488365"/>
            <a:ext cx="2809185"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24" hasCustomPrompt="1"/>
          </p:nvPr>
        </p:nvSpPr>
        <p:spPr>
          <a:xfrm>
            <a:off x="414057" y="3041639"/>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386185114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文-六图1">
    <p:spTree>
      <p:nvGrpSpPr>
        <p:cNvPr id="1" name=""/>
        <p:cNvGrpSpPr/>
        <p:nvPr/>
      </p:nvGrpSpPr>
      <p:grpSpPr>
        <a:xfrm>
          <a:off x="0" y="0"/>
          <a:ext cx="0" cy="0"/>
          <a:chOff x="0" y="0"/>
          <a:chExt cx="0" cy="0"/>
        </a:xfrm>
      </p:grpSpPr>
      <p:sp>
        <p:nvSpPr>
          <p:cNvPr id="11" name="图片占位符 2"/>
          <p:cNvSpPr>
            <a:spLocks noGrp="1"/>
          </p:cNvSpPr>
          <p:nvPr>
            <p:ph type="pic" sz="quarter" idx="15" hasCustomPrompt="1"/>
          </p:nvPr>
        </p:nvSpPr>
        <p:spPr>
          <a:xfrm>
            <a:off x="856452" y="1856281"/>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2" name="图片占位符 2"/>
          <p:cNvSpPr>
            <a:spLocks noGrp="1"/>
          </p:cNvSpPr>
          <p:nvPr>
            <p:ph type="pic" sz="quarter" idx="16" hasCustomPrompt="1"/>
          </p:nvPr>
        </p:nvSpPr>
        <p:spPr>
          <a:xfrm>
            <a:off x="4475632" y="1856279"/>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3" name="图片占位符 2"/>
          <p:cNvSpPr>
            <a:spLocks noGrp="1"/>
          </p:cNvSpPr>
          <p:nvPr>
            <p:ph type="pic" sz="quarter" idx="17" hasCustomPrompt="1"/>
          </p:nvPr>
        </p:nvSpPr>
        <p:spPr>
          <a:xfrm>
            <a:off x="8094812" y="185627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4" name="图片占位符 2"/>
          <p:cNvSpPr>
            <a:spLocks noGrp="1"/>
          </p:cNvSpPr>
          <p:nvPr>
            <p:ph type="pic" sz="quarter" idx="18" hasCustomPrompt="1"/>
          </p:nvPr>
        </p:nvSpPr>
        <p:spPr>
          <a:xfrm>
            <a:off x="856452" y="430033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dirty="0">
                <a:solidFill>
                  <a:schemeClr val="bg1"/>
                </a:solidFill>
              </a:defRPr>
            </a:lvl1pPr>
          </a:lstStyle>
          <a:p>
            <a:pPr marL="317068" lvl="0" indent="-317068" algn="ctr"/>
            <a:r>
              <a:rPr kumimoji="1" lang="zh-CN" altLang="en-US" dirty="0"/>
              <a:t>点击添加图片</a:t>
            </a:r>
          </a:p>
        </p:txBody>
      </p:sp>
      <p:sp>
        <p:nvSpPr>
          <p:cNvPr id="26" name="图片占位符 2"/>
          <p:cNvSpPr>
            <a:spLocks noGrp="1"/>
          </p:cNvSpPr>
          <p:nvPr>
            <p:ph type="pic" sz="quarter" idx="19" hasCustomPrompt="1"/>
          </p:nvPr>
        </p:nvSpPr>
        <p:spPr>
          <a:xfrm>
            <a:off x="4475632" y="430033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7" name="图片占位符 2"/>
          <p:cNvSpPr>
            <a:spLocks noGrp="1"/>
          </p:cNvSpPr>
          <p:nvPr>
            <p:ph type="pic" sz="quarter" idx="20" hasCustomPrompt="1"/>
          </p:nvPr>
        </p:nvSpPr>
        <p:spPr>
          <a:xfrm>
            <a:off x="8094812" y="430033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13"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6"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5"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98493263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图文-多图1">
    <p:spTree>
      <p:nvGrpSpPr>
        <p:cNvPr id="1" name=""/>
        <p:cNvGrpSpPr/>
        <p:nvPr/>
      </p:nvGrpSpPr>
      <p:grpSpPr>
        <a:xfrm>
          <a:off x="0" y="0"/>
          <a:ext cx="0" cy="0"/>
          <a:chOff x="0" y="0"/>
          <a:chExt cx="0" cy="0"/>
        </a:xfrm>
      </p:grpSpPr>
      <p:sp>
        <p:nvSpPr>
          <p:cNvPr id="10" name="Rectangle 23"/>
          <p:cNvSpPr/>
          <p:nvPr userDrawn="1"/>
        </p:nvSpPr>
        <p:spPr>
          <a:xfrm>
            <a:off x="3975945" y="1231627"/>
            <a:ext cx="2303163" cy="230346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87531" tIns="45718" rIns="91332" bIns="287531" rtlCol="0" anchor="b"/>
          <a:lstStyle/>
          <a:p>
            <a:pPr algn="ctr" defTabSz="412210" hangingPunct="0">
              <a:defRPr/>
            </a:pPr>
            <a:endParaRPr lang="en-US" sz="3200" kern="0" dirty="0">
              <a:solidFill>
                <a:srgbClr val="FFFFFF"/>
              </a:solidFill>
              <a:latin typeface="微软雅黑" panose="020B0503020204020204" pitchFamily="34" charset="-122"/>
              <a:ea typeface="微软雅黑" panose="020B0503020204020204" pitchFamily="34" charset="-122"/>
              <a:sym typeface="Helvetica Neue" panose="02000503000000020004"/>
            </a:endParaRPr>
          </a:p>
        </p:txBody>
      </p:sp>
      <p:sp>
        <p:nvSpPr>
          <p:cNvPr id="14" name="文本占位符 3"/>
          <p:cNvSpPr>
            <a:spLocks noGrp="1"/>
          </p:cNvSpPr>
          <p:nvPr>
            <p:ph type="body" sz="quarter" idx="25" hasCustomPrompt="1"/>
          </p:nvPr>
        </p:nvSpPr>
        <p:spPr>
          <a:xfrm>
            <a:off x="4085360" y="1547540"/>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15" name="文本占位符 3"/>
          <p:cNvSpPr>
            <a:spLocks noGrp="1"/>
          </p:cNvSpPr>
          <p:nvPr>
            <p:ph type="body" sz="quarter" idx="26" hasCustomPrompt="1"/>
          </p:nvPr>
        </p:nvSpPr>
        <p:spPr>
          <a:xfrm>
            <a:off x="4085360" y="2142413"/>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4" name="Picture Placeholder 8"/>
          <p:cNvSpPr>
            <a:spLocks noGrp="1"/>
          </p:cNvSpPr>
          <p:nvPr>
            <p:ph type="pic" sz="quarter" idx="30" hasCustomPrompt="1"/>
          </p:nvPr>
        </p:nvSpPr>
        <p:spPr>
          <a:xfrm>
            <a:off x="1534745" y="1231627"/>
            <a:ext cx="2303463" cy="230346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31" hasCustomPrompt="1"/>
          </p:nvPr>
        </p:nvSpPr>
        <p:spPr>
          <a:xfrm>
            <a:off x="1534677" y="3681977"/>
            <a:ext cx="2830451"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33" hasCustomPrompt="1"/>
          </p:nvPr>
        </p:nvSpPr>
        <p:spPr>
          <a:xfrm>
            <a:off x="7849749" y="3681977"/>
            <a:ext cx="2830451"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34" hasCustomPrompt="1"/>
          </p:nvPr>
        </p:nvSpPr>
        <p:spPr>
          <a:xfrm>
            <a:off x="6416917" y="1231627"/>
            <a:ext cx="4263283" cy="230346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9" name="Picture Placeholder 8"/>
          <p:cNvSpPr>
            <a:spLocks noGrp="1"/>
          </p:cNvSpPr>
          <p:nvPr>
            <p:ph type="pic" sz="quarter" idx="35" hasCustomPrompt="1"/>
          </p:nvPr>
        </p:nvSpPr>
        <p:spPr>
          <a:xfrm>
            <a:off x="4514640" y="3681977"/>
            <a:ext cx="3185597"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6" name="文本占位符 5"/>
          <p:cNvSpPr>
            <a:spLocks noGrp="1"/>
          </p:cNvSpPr>
          <p:nvPr>
            <p:ph type="body" sz="quarter" idx="36"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7"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2"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9"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287988343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图文-四图4">
    <p:spTree>
      <p:nvGrpSpPr>
        <p:cNvPr id="1" name=""/>
        <p:cNvGrpSpPr/>
        <p:nvPr/>
      </p:nvGrpSpPr>
      <p:grpSpPr>
        <a:xfrm>
          <a:off x="0" y="0"/>
          <a:ext cx="0" cy="0"/>
          <a:chOff x="0" y="0"/>
          <a:chExt cx="0" cy="0"/>
        </a:xfrm>
      </p:grpSpPr>
      <p:sp>
        <p:nvSpPr>
          <p:cNvPr id="8" name="图片占位符 7"/>
          <p:cNvSpPr>
            <a:spLocks noGrp="1"/>
          </p:cNvSpPr>
          <p:nvPr>
            <p:ph type="pic" sz="quarter" idx="11" hasCustomPrompt="1"/>
          </p:nvPr>
        </p:nvSpPr>
        <p:spPr>
          <a:xfrm>
            <a:off x="-7248"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7"/>
          <p:cNvSpPr>
            <a:spLocks noGrp="1"/>
          </p:cNvSpPr>
          <p:nvPr>
            <p:ph type="pic" sz="quarter" idx="12" hasCustomPrompt="1"/>
          </p:nvPr>
        </p:nvSpPr>
        <p:spPr>
          <a:xfrm>
            <a:off x="3052193"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0" name="图片占位符 7"/>
          <p:cNvSpPr>
            <a:spLocks noGrp="1"/>
          </p:cNvSpPr>
          <p:nvPr>
            <p:ph type="pic" sz="quarter" idx="13" hasCustomPrompt="1"/>
          </p:nvPr>
        </p:nvSpPr>
        <p:spPr>
          <a:xfrm>
            <a:off x="6111570"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1" name="图片占位符 7"/>
          <p:cNvSpPr>
            <a:spLocks noGrp="1"/>
          </p:cNvSpPr>
          <p:nvPr>
            <p:ph type="pic" sz="quarter" idx="14" hasCustomPrompt="1"/>
          </p:nvPr>
        </p:nvSpPr>
        <p:spPr>
          <a:xfrm>
            <a:off x="9170949"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None/>
              <a:defRPr kumimoji="1" lang="zh-CN" altLang="en-US" sz="800">
                <a:solidFill>
                  <a:schemeClr val="bg1"/>
                </a:solidFill>
              </a:defRPr>
            </a:lvl1pPr>
          </a:lstStyle>
          <a:p>
            <a:pPr marL="317068" lvl="0" indent="-317068" algn="ctr"/>
            <a:r>
              <a:rPr kumimoji="1" lang="zh-CN" altLang="en-US" dirty="0"/>
              <a:t>点击添加图片</a:t>
            </a:r>
          </a:p>
        </p:txBody>
      </p:sp>
      <p:sp>
        <p:nvSpPr>
          <p:cNvPr id="7" name="矩形"/>
          <p:cNvSpPr/>
          <p:nvPr userDrawn="1"/>
        </p:nvSpPr>
        <p:spPr>
          <a:xfrm>
            <a:off x="795" y="3388465"/>
            <a:ext cx="12190412" cy="3481411"/>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7"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8" name="文本占位符 5"/>
          <p:cNvSpPr>
            <a:spLocks noGrp="1"/>
          </p:cNvSpPr>
          <p:nvPr>
            <p:ph type="body" sz="quarter" idx="31"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9" name="文本占位符 3"/>
          <p:cNvSpPr>
            <a:spLocks noGrp="1"/>
          </p:cNvSpPr>
          <p:nvPr>
            <p:ph type="body" sz="quarter" idx="32" hasCustomPrompt="1"/>
          </p:nvPr>
        </p:nvSpPr>
        <p:spPr>
          <a:xfrm>
            <a:off x="525116"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33" hasCustomPrompt="1"/>
          </p:nvPr>
        </p:nvSpPr>
        <p:spPr>
          <a:xfrm>
            <a:off x="525116"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0" name="文本占位符 3"/>
          <p:cNvSpPr>
            <a:spLocks noGrp="1"/>
          </p:cNvSpPr>
          <p:nvPr>
            <p:ph type="body" sz="quarter" idx="34" hasCustomPrompt="1"/>
          </p:nvPr>
        </p:nvSpPr>
        <p:spPr>
          <a:xfrm>
            <a:off x="3525488"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5" hasCustomPrompt="1"/>
          </p:nvPr>
        </p:nvSpPr>
        <p:spPr>
          <a:xfrm>
            <a:off x="3525488"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2" name="文本占位符 3"/>
          <p:cNvSpPr>
            <a:spLocks noGrp="1"/>
          </p:cNvSpPr>
          <p:nvPr>
            <p:ph type="body" sz="quarter" idx="36" hasCustomPrompt="1"/>
          </p:nvPr>
        </p:nvSpPr>
        <p:spPr>
          <a:xfrm>
            <a:off x="6586612"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7" hasCustomPrompt="1"/>
          </p:nvPr>
        </p:nvSpPr>
        <p:spPr>
          <a:xfrm>
            <a:off x="6586612"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4" name="文本占位符 3"/>
          <p:cNvSpPr>
            <a:spLocks noGrp="1"/>
          </p:cNvSpPr>
          <p:nvPr>
            <p:ph type="body" sz="quarter" idx="38" hasCustomPrompt="1"/>
          </p:nvPr>
        </p:nvSpPr>
        <p:spPr>
          <a:xfrm>
            <a:off x="9644136"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39" hasCustomPrompt="1"/>
          </p:nvPr>
        </p:nvSpPr>
        <p:spPr>
          <a:xfrm>
            <a:off x="9644136"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Tree>
    <p:extLst>
      <p:ext uri="{BB962C8B-B14F-4D97-AF65-F5344CB8AC3E}">
        <p14:creationId xmlns:p14="http://schemas.microsoft.com/office/powerpoint/2010/main" val="19214895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01</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8" name="标题占位符 1"/>
          <p:cNvSpPr>
            <a:spLocks noGrp="1"/>
          </p:cNvSpPr>
          <p:nvPr>
            <p:ph type="title" hasCustomPrompt="1"/>
          </p:nvPr>
        </p:nvSpPr>
        <p:spPr>
          <a:xfrm>
            <a:off x="472126" y="2715567"/>
            <a:ext cx="993995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1613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02</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7"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130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69" y="3"/>
            <a:ext cx="12190731"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03</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6341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04</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9"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0707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05</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1"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4508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69" y="3"/>
            <a:ext cx="12190731"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06</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7267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07</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9"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50269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3"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00" dirty="0">
              <a:solidFill>
                <a:srgbClr val="FFFFFF"/>
              </a:solidFill>
              <a:latin typeface="微软雅黑" panose="020B0503020204020204" pitchFamily="34" charset="-122"/>
              <a:sym typeface="Helvetica Neue Medium" panose="02000503000000020004"/>
            </a:endParaRPr>
          </a:p>
        </p:txBody>
      </p:sp>
      <p:pic>
        <p:nvPicPr>
          <p:cNvPr id="20" name="图片 19"/>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1"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22" name="图片占位符 7"/>
          <p:cNvSpPr>
            <a:spLocks noGrp="1"/>
          </p:cNvSpPr>
          <p:nvPr>
            <p:ph type="pic" sz="quarter" idx="10" hasCustomPrompt="1"/>
          </p:nvPr>
        </p:nvSpPr>
        <p:spPr>
          <a:xfrm>
            <a:off x="4368257" y="0"/>
            <a:ext cx="7817395" cy="6858000"/>
          </a:xfrm>
          <a:prstGeom prst="rect">
            <a:avLst/>
          </a:prstGeom>
        </p:spPr>
        <p:txBody>
          <a:bodyPr lIns="91332" tIns="45718" rIns="91332" bIns="45718"/>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846" y="419934"/>
            <a:ext cx="2366055" cy="604263"/>
          </a:xfrm>
          <a:prstGeom prst="rect">
            <a:avLst/>
          </a:prstGeom>
        </p:spPr>
        <p:txBody>
          <a:bodyPr lIns="91332" tIns="45718" rIns="91332" bIns="45718"/>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846" y="1046205"/>
            <a:ext cx="2366055" cy="285115"/>
          </a:xfrm>
          <a:prstGeom prst="rect">
            <a:avLst/>
          </a:prstGeom>
        </p:spPr>
        <p:txBody>
          <a:bodyPr lIns="91332" tIns="45718" rIns="91332" bIns="45718"/>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91" y="2055869"/>
            <a:ext cx="2525713" cy="2301587"/>
          </a:xfrm>
          <a:prstGeom prst="rect">
            <a:avLst/>
          </a:prstGeom>
        </p:spPr>
        <p:txBody>
          <a:bodyPr lIns="91332" tIns="45718" rIns="91332" bIns="45718"/>
          <a:lstStyle>
            <a:lvl1pPr marL="228312" marR="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312" marR="0" lvl="0" indent="-228312" algn="l" defTabSz="913176"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extLst>
      <p:ext uri="{BB962C8B-B14F-4D97-AF65-F5344CB8AC3E}">
        <p14:creationId xmlns:p14="http://schemas.microsoft.com/office/powerpoint/2010/main" val="1725233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设备-手机1">
    <p:spTree>
      <p:nvGrpSpPr>
        <p:cNvPr id="1" name=""/>
        <p:cNvGrpSpPr/>
        <p:nvPr/>
      </p:nvGrpSpPr>
      <p:grpSpPr>
        <a:xfrm>
          <a:off x="0" y="0"/>
          <a:ext cx="0" cy="0"/>
          <a:chOff x="0" y="0"/>
          <a:chExt cx="0" cy="0"/>
        </a:xfrm>
      </p:grpSpPr>
      <p:sp>
        <p:nvSpPr>
          <p:cNvPr id="10" name="Picture Placeholder 13"/>
          <p:cNvSpPr>
            <a:spLocks noGrp="1"/>
          </p:cNvSpPr>
          <p:nvPr>
            <p:ph type="pic" sz="quarter" idx="46" hasCustomPrompt="1"/>
          </p:nvPr>
        </p:nvSpPr>
        <p:spPr>
          <a:xfrm>
            <a:off x="6959087" y="1448436"/>
            <a:ext cx="2735644" cy="5914800"/>
          </a:xfrm>
          <a:custGeom>
            <a:avLst/>
            <a:gdLst>
              <a:gd name="connsiteX0" fmla="*/ 250164 w 2509837"/>
              <a:gd name="connsiteY0" fmla="*/ 0 h 5326062"/>
              <a:gd name="connsiteX1" fmla="*/ 524933 w 2509837"/>
              <a:gd name="connsiteY1" fmla="*/ 0 h 5326062"/>
              <a:gd name="connsiteX2" fmla="*/ 557742 w 2509837"/>
              <a:gd name="connsiteY2" fmla="*/ 36205 h 5326062"/>
              <a:gd name="connsiteX3" fmla="*/ 557742 w 2509837"/>
              <a:gd name="connsiteY3" fmla="*/ 64363 h 5326062"/>
              <a:gd name="connsiteX4" fmla="*/ 701278 w 2509837"/>
              <a:gd name="connsiteY4" fmla="*/ 197113 h 5326062"/>
              <a:gd name="connsiteX5" fmla="*/ 1816761 w 2509837"/>
              <a:gd name="connsiteY5" fmla="*/ 197113 h 5326062"/>
              <a:gd name="connsiteX6" fmla="*/ 1956197 w 2509837"/>
              <a:gd name="connsiteY6" fmla="*/ 60341 h 5326062"/>
              <a:gd name="connsiteX7" fmla="*/ 1956197 w 2509837"/>
              <a:gd name="connsiteY7" fmla="*/ 36205 h 5326062"/>
              <a:gd name="connsiteX8" fmla="*/ 1989005 w 2509837"/>
              <a:gd name="connsiteY8" fmla="*/ 0 h 5326062"/>
              <a:gd name="connsiteX9" fmla="*/ 2259673 w 2509837"/>
              <a:gd name="connsiteY9" fmla="*/ 0 h 5326062"/>
              <a:gd name="connsiteX10" fmla="*/ 2509837 w 2509837"/>
              <a:gd name="connsiteY10" fmla="*/ 249408 h 5326062"/>
              <a:gd name="connsiteX11" fmla="*/ 2509837 w 2509837"/>
              <a:gd name="connsiteY11" fmla="*/ 5080677 h 5326062"/>
              <a:gd name="connsiteX12" fmla="*/ 2259673 w 2509837"/>
              <a:gd name="connsiteY12" fmla="*/ 5326062 h 5326062"/>
              <a:gd name="connsiteX13" fmla="*/ 250164 w 2509837"/>
              <a:gd name="connsiteY13" fmla="*/ 5326062 h 5326062"/>
              <a:gd name="connsiteX14" fmla="*/ 0 w 2509837"/>
              <a:gd name="connsiteY14" fmla="*/ 5080677 h 5326062"/>
              <a:gd name="connsiteX15" fmla="*/ 0 w 2509837"/>
              <a:gd name="connsiteY15" fmla="*/ 249408 h 5326062"/>
              <a:gd name="connsiteX16" fmla="*/ 250164 w 2509837"/>
              <a:gd name="connsiteY16" fmla="*/ 0 h 53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837" h="5326062">
                <a:moveTo>
                  <a:pt x="250164" y="0"/>
                </a:moveTo>
                <a:cubicBezTo>
                  <a:pt x="250164" y="0"/>
                  <a:pt x="250164" y="0"/>
                  <a:pt x="524933" y="0"/>
                </a:cubicBezTo>
                <a:cubicBezTo>
                  <a:pt x="541338" y="0"/>
                  <a:pt x="557742" y="16091"/>
                  <a:pt x="557742" y="36205"/>
                </a:cubicBezTo>
                <a:cubicBezTo>
                  <a:pt x="557742" y="36205"/>
                  <a:pt x="557742" y="36205"/>
                  <a:pt x="557742" y="64363"/>
                </a:cubicBezTo>
                <a:cubicBezTo>
                  <a:pt x="557742" y="104591"/>
                  <a:pt x="590550" y="197113"/>
                  <a:pt x="701278" y="197113"/>
                </a:cubicBezTo>
                <a:cubicBezTo>
                  <a:pt x="758693" y="197113"/>
                  <a:pt x="1718336" y="197113"/>
                  <a:pt x="1816761" y="197113"/>
                </a:cubicBezTo>
                <a:cubicBezTo>
                  <a:pt x="1915186" y="197113"/>
                  <a:pt x="1956197" y="108613"/>
                  <a:pt x="1956197" y="60341"/>
                </a:cubicBezTo>
                <a:cubicBezTo>
                  <a:pt x="1956197" y="60341"/>
                  <a:pt x="1956197" y="60341"/>
                  <a:pt x="1956197" y="36205"/>
                </a:cubicBezTo>
                <a:cubicBezTo>
                  <a:pt x="1956197" y="16091"/>
                  <a:pt x="1972601" y="0"/>
                  <a:pt x="1989005" y="0"/>
                </a:cubicBezTo>
                <a:cubicBezTo>
                  <a:pt x="1989005" y="0"/>
                  <a:pt x="1989005" y="0"/>
                  <a:pt x="2259673" y="0"/>
                </a:cubicBezTo>
                <a:cubicBezTo>
                  <a:pt x="2395008" y="0"/>
                  <a:pt x="2509837" y="112636"/>
                  <a:pt x="2509837" y="249408"/>
                </a:cubicBezTo>
                <a:cubicBezTo>
                  <a:pt x="2509837" y="249408"/>
                  <a:pt x="2509837" y="249408"/>
                  <a:pt x="2509837" y="5080677"/>
                </a:cubicBezTo>
                <a:cubicBezTo>
                  <a:pt x="2509837" y="5217449"/>
                  <a:pt x="2395008" y="5326062"/>
                  <a:pt x="2259673" y="5326062"/>
                </a:cubicBezTo>
                <a:cubicBezTo>
                  <a:pt x="2259673" y="5326062"/>
                  <a:pt x="2259673" y="5326062"/>
                  <a:pt x="250164" y="5326062"/>
                </a:cubicBezTo>
                <a:cubicBezTo>
                  <a:pt x="114829" y="5326062"/>
                  <a:pt x="0" y="5217449"/>
                  <a:pt x="0" y="5080677"/>
                </a:cubicBezTo>
                <a:cubicBezTo>
                  <a:pt x="0" y="5080677"/>
                  <a:pt x="0" y="5080677"/>
                  <a:pt x="0" y="249408"/>
                </a:cubicBezTo>
                <a:cubicBezTo>
                  <a:pt x="0" y="112636"/>
                  <a:pt x="114829" y="0"/>
                  <a:pt x="250164" y="0"/>
                </a:cubicBezTo>
                <a:close/>
              </a:path>
            </a:pathLst>
          </a:custGeom>
          <a:blipFill>
            <a:blip r:embed="rId2">
              <a:alphaModFix amt="0"/>
            </a:blip>
            <a:stretch>
              <a:fillRect/>
            </a:stretch>
          </a:blipFill>
          <a:ln>
            <a:noFill/>
          </a:ln>
        </p:spPr>
        <p:txBody>
          <a:bodyPr wrap="square" lIns="91332" tIns="575244" rIns="91332" bIns="45718"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18"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9"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20"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 name="文本框 1"/>
          <p:cNvSpPr txBox="1"/>
          <p:nvPr userDrawn="1"/>
        </p:nvSpPr>
        <p:spPr>
          <a:xfrm>
            <a:off x="5937883" y="2407606"/>
            <a:ext cx="184727" cy="384719"/>
          </a:xfrm>
          <a:prstGeom prst="rect">
            <a:avLst/>
          </a:prstGeom>
          <a:noFill/>
        </p:spPr>
        <p:txBody>
          <a:bodyPr wrap="none" lIns="91332" tIns="45718" rIns="91332" bIns="45718" rtlCol="0">
            <a:spAutoFit/>
          </a:bodyPr>
          <a:lstStyle/>
          <a:p>
            <a:endParaRPr kumimoji="1" lang="zh-CN" altLang="en-US" dirty="0">
              <a:solidFill>
                <a:srgbClr val="000000"/>
              </a:solidFill>
            </a:endParaRPr>
          </a:p>
        </p:txBody>
      </p:sp>
      <p:sp>
        <p:nvSpPr>
          <p:cNvPr id="13" name="文本占位符 10"/>
          <p:cNvSpPr>
            <a:spLocks noGrp="1"/>
          </p:cNvSpPr>
          <p:nvPr>
            <p:ph type="body" sz="quarter" idx="18" hasCustomPrompt="1"/>
          </p:nvPr>
        </p:nvSpPr>
        <p:spPr>
          <a:xfrm>
            <a:off x="416871" y="1785452"/>
            <a:ext cx="2521977" cy="434975"/>
          </a:xfrm>
          <a:prstGeom prst="rect">
            <a:avLst/>
          </a:prstGeom>
        </p:spPr>
        <p:txBody>
          <a:bodyPr lIns="91332" tIns="45718" rIns="91332" bIns="45718"/>
          <a:lstStyle>
            <a:lvl1pPr marL="0" indent="0">
              <a:buNone/>
              <a:defRPr sz="2400" b="0" i="0">
                <a:solidFill>
                  <a:srgbClr val="2A70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24" hasCustomPrompt="1"/>
          </p:nvPr>
        </p:nvSpPr>
        <p:spPr>
          <a:xfrm>
            <a:off x="416856" y="2323985"/>
            <a:ext cx="3348621" cy="552823"/>
          </a:xfrm>
          <a:prstGeom prst="rect">
            <a:avLst/>
          </a:prstGeom>
        </p:spPr>
        <p:txBody>
          <a:bodyPr lIns="91332" tIns="45718" rIns="91332" bIns="45718" anchor="t"/>
          <a:lstStyle>
            <a:lvl1pPr marL="0" marR="0" indent="0" algn="ctr"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lumMod val="85000"/>
                    <a:lumOff val="15000"/>
                  </a:schemeClr>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61997390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标题 2"/>
          <p:cNvSpPr txBox="1"/>
          <p:nvPr userDrawn="1"/>
        </p:nvSpPr>
        <p:spPr>
          <a:xfrm>
            <a:off x="504102" y="223909"/>
            <a:ext cx="11196639" cy="700087"/>
          </a:xfrm>
          <a:prstGeom prst="rect">
            <a:avLst/>
          </a:prstGeom>
        </p:spPr>
        <p:txBody>
          <a:bodyPr vert="horz" lIns="91332" tIns="45718" rIns="91332" bIns="4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700" b="1" dirty="0">
                <a:solidFill>
                  <a:srgbClr val="FFC000"/>
                </a:solidFill>
                <a:latin typeface="微软雅黑" panose="020B0503020204020204" pitchFamily="34" charset="-122"/>
                <a:ea typeface="微软雅黑" panose="020B0503020204020204" pitchFamily="34" charset="-122"/>
              </a:rPr>
              <a:t>特别声明 </a:t>
            </a:r>
            <a:r>
              <a:rPr lang="en-US" altLang="zh-CN" sz="2700" b="1" dirty="0">
                <a:solidFill>
                  <a:srgbClr val="FFC000"/>
                </a:solidFill>
                <a:latin typeface="微软雅黑" panose="020B0503020204020204" pitchFamily="34" charset="-122"/>
                <a:ea typeface="微软雅黑" panose="020B0503020204020204" pitchFamily="34" charset="-122"/>
              </a:rPr>
              <a:t>Claim</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of</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Confidential</a:t>
            </a:r>
            <a:endParaRPr kumimoji="1" lang="zh-CN" altLang="en-US" sz="2700" b="1" dirty="0">
              <a:solidFill>
                <a:srgbClr val="000000"/>
              </a:solidFill>
              <a:latin typeface="微软雅黑" panose="020B0503020204020204" pitchFamily="34" charset="-122"/>
              <a:ea typeface="微软雅黑" panose="020B0503020204020204" pitchFamily="34" charset="-122"/>
            </a:endParaRPr>
          </a:p>
        </p:txBody>
      </p:sp>
      <p:sp>
        <p:nvSpPr>
          <p:cNvPr id="8" name="内容占位符 1"/>
          <p:cNvSpPr txBox="1"/>
          <p:nvPr userDrawn="1"/>
        </p:nvSpPr>
        <p:spPr>
          <a:xfrm>
            <a:off x="492919" y="923928"/>
            <a:ext cx="9038708" cy="1690847"/>
          </a:xfrm>
          <a:prstGeom prst="rect">
            <a:avLst/>
          </a:prstGeom>
        </p:spPr>
        <p:txBody>
          <a:bodyPr vert="horz" lIns="91332" tIns="45718" rIns="91332" bIns="4571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本文件内容为 </a:t>
            </a:r>
            <a:r>
              <a:rPr lang="zh-CN" altLang="zh-CN" sz="1900" b="1" dirty="0">
                <a:solidFill>
                  <a:srgbClr val="FFC000"/>
                </a:solidFill>
                <a:latin typeface="微软雅黑" panose="020B0503020204020204" pitchFamily="34" charset="-122"/>
                <a:ea typeface="微软雅黑" panose="020B0503020204020204" pitchFamily="34" charset="-122"/>
              </a:rPr>
              <a:t>①</a:t>
            </a:r>
            <a:r>
              <a:rPr lang="zh-CN" altLang="en-US" sz="1900" b="1" dirty="0">
                <a:solidFill>
                  <a:srgbClr val="FFC000"/>
                </a:solidFill>
                <a:latin typeface="微软雅黑" panose="020B0503020204020204" pitchFamily="34" charset="-122"/>
                <a:ea typeface="微软雅黑" panose="020B0503020204020204" pitchFamily="34" charset="-122"/>
              </a:rPr>
              <a:t> </a:t>
            </a:r>
            <a:r>
              <a:rPr lang="zh-CN" altLang="zh-CN" sz="1900" b="1" dirty="0">
                <a:solidFill>
                  <a:srgbClr val="FFC000"/>
                </a:solidFill>
                <a:latin typeface="微软雅黑" panose="020B0503020204020204" pitchFamily="34" charset="-122"/>
                <a:ea typeface="微软雅黑" panose="020B0503020204020204" pitchFamily="34" charset="-122"/>
              </a:rPr>
              <a:t>绝密信息 严禁泄露</a:t>
            </a:r>
            <a:r>
              <a:rPr lang="zh-CN" altLang="en-US" sz="1900" b="1" dirty="0">
                <a:solidFill>
                  <a:srgbClr val="FFC000"/>
                </a:solidFill>
                <a:latin typeface="微软雅黑" panose="020B0503020204020204" pitchFamily="34" charset="-122"/>
                <a:ea typeface="微软雅黑" panose="020B0503020204020204" pitchFamily="34" charset="-122"/>
              </a:rPr>
              <a:t> </a:t>
            </a:r>
            <a:r>
              <a:rPr lang="zh-CN" altLang="en-US" sz="1900" dirty="0">
                <a:solidFill>
                  <a:srgbClr val="FFFFFF"/>
                </a:solidFill>
                <a:latin typeface="微软雅黑" panose="020B0503020204020204" pitchFamily="34" charset="-122"/>
                <a:ea typeface="微软雅黑" panose="020B0503020204020204" pitchFamily="34" charset="-122"/>
              </a:rPr>
              <a:t>：禁止未授权的内部、第三方人员使用与访问</a:t>
            </a:r>
            <a:endParaRPr lang="en-US" altLang="zh-CN" sz="1900" dirty="0">
              <a:solidFill>
                <a:srgbClr val="FFFFFF"/>
              </a:solidFill>
              <a:latin typeface="微软雅黑" panose="020B0503020204020204" pitchFamily="34" charset="-122"/>
              <a:ea typeface="微软雅黑" panose="020B0503020204020204" pitchFamily="34" charset="-122"/>
            </a:endParaRPr>
          </a:p>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非专项必要的业务与项目负责人，收到此内容请立即删除</a:t>
            </a:r>
            <a:endParaRPr lang="en-US" altLang="zh-CN" sz="1900" dirty="0">
              <a:solidFill>
                <a:srgbClr val="FFFFFF"/>
              </a:solidFill>
              <a:latin typeface="微软雅黑" panose="020B0503020204020204" pitchFamily="34" charset="-122"/>
              <a:ea typeface="微软雅黑" panose="020B0503020204020204" pitchFamily="34" charset="-122"/>
            </a:endParaRPr>
          </a:p>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严禁在未经过主管领导审批，发送给无关业务团队与人员</a:t>
            </a:r>
            <a:endParaRPr lang="en-US" altLang="zh-CN" sz="1900" dirty="0">
              <a:solidFill>
                <a:srgbClr val="FFFFFF"/>
              </a:solidFill>
              <a:latin typeface="微软雅黑" panose="020B0503020204020204" pitchFamily="34" charset="-122"/>
              <a:ea typeface="微软雅黑" panose="020B0503020204020204" pitchFamily="34" charset="-122"/>
            </a:endParaRPr>
          </a:p>
        </p:txBody>
      </p:sp>
      <p:sp>
        <p:nvSpPr>
          <p:cNvPr id="9" name="标题 2"/>
          <p:cNvSpPr txBox="1"/>
          <p:nvPr userDrawn="1"/>
        </p:nvSpPr>
        <p:spPr>
          <a:xfrm>
            <a:off x="504102" y="223909"/>
            <a:ext cx="11196639" cy="700087"/>
          </a:xfrm>
          <a:prstGeom prst="rect">
            <a:avLst/>
          </a:prstGeom>
        </p:spPr>
        <p:txBody>
          <a:bodyPr vert="horz" lIns="91332" tIns="45718" rIns="91332" bIns="4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dirty="0">
                <a:solidFill>
                  <a:srgbClr val="FFC000"/>
                </a:solidFill>
                <a:latin typeface="微软雅黑" panose="020B0503020204020204" pitchFamily="34" charset="-122"/>
                <a:ea typeface="微软雅黑" panose="020B0503020204020204" pitchFamily="34" charset="-122"/>
              </a:rPr>
              <a:t>特别声明 </a:t>
            </a:r>
            <a:r>
              <a:rPr lang="en-US" altLang="zh-CN" sz="2700" b="1" dirty="0">
                <a:solidFill>
                  <a:srgbClr val="FFC000"/>
                </a:solidFill>
                <a:latin typeface="微软雅黑" panose="020B0503020204020204" pitchFamily="34" charset="-122"/>
                <a:ea typeface="微软雅黑" panose="020B0503020204020204" pitchFamily="34" charset="-122"/>
              </a:rPr>
              <a:t>Claim</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of</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Confidential</a:t>
            </a:r>
            <a:endParaRPr kumimoji="1" lang="zh-CN" altLang="en-US" sz="2700" dirty="0">
              <a:solidFill>
                <a:srgbClr val="000000"/>
              </a:solidFill>
              <a:latin typeface="微软雅黑" panose="020B0503020204020204" pitchFamily="34" charset="-122"/>
              <a:ea typeface="微软雅黑" panose="020B0503020204020204" pitchFamily="34" charset="-122"/>
            </a:endParaRPr>
          </a:p>
        </p:txBody>
      </p:sp>
      <p:sp>
        <p:nvSpPr>
          <p:cNvPr id="10" name="内容占位符 1"/>
          <p:cNvSpPr txBox="1"/>
          <p:nvPr userDrawn="1"/>
        </p:nvSpPr>
        <p:spPr>
          <a:xfrm>
            <a:off x="590621" y="3332089"/>
            <a:ext cx="11006655" cy="3432199"/>
          </a:xfrm>
          <a:prstGeom prst="rect">
            <a:avLst/>
          </a:prstGeom>
          <a:noFill/>
        </p:spPr>
        <p:txBody>
          <a:bodyPr vert="horz" lIns="91332" tIns="45718" rIns="91332" bIns="4571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版权所有</a:t>
            </a:r>
            <a:r>
              <a:rPr lang="en-US" altLang="zh-CN" sz="1500" dirty="0">
                <a:solidFill>
                  <a:srgbClr val="FFFFFF">
                    <a:alpha val="50000"/>
                  </a:srgbClr>
                </a:solidFill>
                <a:latin typeface="微软雅黑" panose="020B0503020204020204" pitchFamily="34" charset="-122"/>
                <a:ea typeface="微软雅黑" panose="020B0503020204020204" pitchFamily="34" charset="-122"/>
              </a:rPr>
              <a:t>©1993-2022 </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金蝶国际软件集团有限公司。保留一切权利。</a:t>
            </a: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未经金蝶国际软件集团有限公司的书面许可，任何单位或个人不得以任何形式或为任何目的复制或传播本文档的任何内容。本文档中包含的信息如有更改，恕不另行通知。</a:t>
            </a:r>
            <a:r>
              <a:rPr lang="en-US" altLang="zh-CN" sz="1500" dirty="0">
                <a:solidFill>
                  <a:srgbClr val="FFFFFF">
                    <a:alpha val="50000"/>
                  </a:srgbClr>
                </a:solidFill>
                <a:latin typeface="微软雅黑" panose="020B0503020204020204" pitchFamily="34" charset="-122"/>
                <a:ea typeface="微软雅黑" panose="020B0503020204020204" pitchFamily="34" charset="-122"/>
              </a:rPr>
              <a:t> </a:t>
            </a: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本文档提到的金蝶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EBC®</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、金蝶云苍穹</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、金蝶云星瀚</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、金蝶云星空</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、金蝶云星辰</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KIS®</a:t>
            </a:r>
            <a:r>
              <a:rPr lang="zh-CN" altLang="zh-CN" sz="1500" dirty="0">
                <a:solidFill>
                  <a:srgbClr val="FFFFFF">
                    <a:alpha val="50000"/>
                  </a:srgbClr>
                </a:solidFill>
                <a:latin typeface="微软雅黑" panose="020B0503020204020204" pitchFamily="34" charset="-122"/>
                <a:ea typeface="微软雅黑" panose="020B0503020204020204" pitchFamily="34" charset="-122"/>
              </a:rPr>
              <a:t>、</a:t>
            </a:r>
            <a:r>
              <a:rPr lang="en-US" altLang="zh-CN" sz="1500" dirty="0">
                <a:solidFill>
                  <a:srgbClr val="FFFFFF">
                    <a:alpha val="50000"/>
                  </a:srgbClr>
                </a:solidFill>
                <a:latin typeface="微软雅黑" panose="020B0503020204020204" pitchFamily="34" charset="-122"/>
                <a:ea typeface="微软雅黑" panose="020B0503020204020204" pitchFamily="34" charset="-122"/>
              </a:rPr>
              <a:t>K/3®</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EAS®</a:t>
            </a:r>
            <a:r>
              <a:rPr lang="zh-CN" altLang="zh-CN" sz="1500" dirty="0">
                <a:solidFill>
                  <a:srgbClr val="FFFFFF">
                    <a:alpha val="50000"/>
                  </a:srgbClr>
                </a:solidFill>
                <a:latin typeface="微软雅黑" panose="020B0503020204020204" pitchFamily="34" charset="-122"/>
                <a:ea typeface="微软雅黑" panose="020B0503020204020204" pitchFamily="34" charset="-122"/>
              </a:rPr>
              <a:t>、友商网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a:t>
            </a:r>
            <a:r>
              <a:rPr lang="en-US" altLang="zh-CN" sz="1500" dirty="0" err="1">
                <a:solidFill>
                  <a:srgbClr val="FFFFFF">
                    <a:alpha val="50000"/>
                  </a:srgbClr>
                </a:solidFill>
                <a:latin typeface="微软雅黑" panose="020B0503020204020204" pitchFamily="34" charset="-122"/>
                <a:ea typeface="微软雅黑" panose="020B0503020204020204" pitchFamily="34" charset="-122"/>
              </a:rPr>
              <a:t>Apusic</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500" dirty="0">
                <a:solidFill>
                  <a:srgbClr val="FFFFFF">
                    <a:alpha val="50000"/>
                  </a:srgbClr>
                </a:solidFill>
                <a:latin typeface="微软雅黑" panose="020B0503020204020204" pitchFamily="34" charset="-122"/>
                <a:ea typeface="微软雅黑" panose="020B0503020204020204" pitchFamily="34" charset="-122"/>
              </a:rPr>
              <a:t> </a:t>
            </a: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本文档所用数据均为虚构的模拟数据，不代表任何一家企业的真实情况，如有权利人认为文档中的任何内容存在侵权情况，请反馈给金蝶官方邮箱（</a:t>
            </a:r>
            <a:r>
              <a:rPr lang="en-US" altLang="zh-CN" sz="1500" dirty="0" err="1">
                <a:solidFill>
                  <a:srgbClr val="FFFFFF">
                    <a:alpha val="50000"/>
                  </a:srgbClr>
                </a:solidFill>
                <a:latin typeface="微软雅黑" panose="020B0503020204020204" pitchFamily="34" charset="-122"/>
                <a:ea typeface="微软雅黑" panose="020B0503020204020204" pitchFamily="34" charset="-122"/>
              </a:rPr>
              <a:t>DataSubjectRequest@kingdee.com</a:t>
            </a:r>
            <a:r>
              <a:rPr lang="zh-CN" altLang="zh-CN" sz="1500" dirty="0">
                <a:solidFill>
                  <a:srgbClr val="FFFFFF">
                    <a:alpha val="50000"/>
                  </a:srgbClr>
                </a:solidFill>
                <a:latin typeface="微软雅黑" panose="020B0503020204020204" pitchFamily="34" charset="-122"/>
                <a:ea typeface="微软雅黑" panose="020B0503020204020204" pitchFamily="34" charset="-122"/>
              </a:rPr>
              <a:t>），我们将在</a:t>
            </a:r>
            <a:r>
              <a:rPr lang="en-US" altLang="zh-CN" sz="1500" dirty="0">
                <a:solidFill>
                  <a:srgbClr val="FFFFFF">
                    <a:alpha val="50000"/>
                  </a:srgbClr>
                </a:solidFill>
                <a:latin typeface="微软雅黑" panose="020B0503020204020204" pitchFamily="34" charset="-122"/>
                <a:ea typeface="微软雅黑" panose="020B0503020204020204" pitchFamily="34" charset="-122"/>
              </a:rPr>
              <a:t>15</a:t>
            </a:r>
            <a:r>
              <a:rPr lang="zh-CN" altLang="zh-CN" sz="1500" dirty="0">
                <a:solidFill>
                  <a:srgbClr val="FFFFFF">
                    <a:alpha val="50000"/>
                  </a:srgbClr>
                </a:solidFill>
                <a:latin typeface="微软雅黑" panose="020B0503020204020204" pitchFamily="34" charset="-122"/>
                <a:ea typeface="微软雅黑" panose="020B0503020204020204" pitchFamily="34" charset="-122"/>
              </a:rPr>
              <a:t>个工作日内处理。</a:t>
            </a:r>
            <a:endParaRPr lang="en-US"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defRPr/>
            </a:pPr>
            <a:r>
              <a:rPr lang="zh-CN" altLang="en-US" sz="1500" dirty="0">
                <a:solidFill>
                  <a:srgbClr val="FFFFFF">
                    <a:alpha val="50000"/>
                  </a:srgbClr>
                </a:solidFill>
                <a:latin typeface="微软雅黑" panose="020B0503020204020204" pitchFamily="34" charset="-122"/>
                <a:ea typeface="微软雅黑" panose="020B0503020204020204" pitchFamily="34" charset="-122"/>
              </a:rPr>
              <a:t>注：</a:t>
            </a:r>
            <a:r>
              <a:rPr lang="zh-CN" altLang="zh-CN" sz="1500" dirty="0">
                <a:solidFill>
                  <a:srgbClr val="FFFFFF">
                    <a:alpha val="50000"/>
                  </a:srgbClr>
                </a:solidFill>
                <a:latin typeface="微软雅黑" panose="020B0503020204020204" pitchFamily="34" charset="-122"/>
                <a:ea typeface="微软雅黑" panose="020B0503020204020204" pitchFamily="34" charset="-122"/>
              </a:rPr>
              <a:t>①绝密信息 严禁泄露②机密信息 严禁泄露</a:t>
            </a:r>
            <a:r>
              <a:rPr lang="zh-CN" altLang="en-US" sz="1500" dirty="0">
                <a:solidFill>
                  <a:srgbClr val="FFFFFF">
                    <a:alpha val="50000"/>
                  </a:srgbClr>
                </a:solidFill>
                <a:latin typeface="微软雅黑" panose="020B0503020204020204" pitchFamily="34" charset="-122"/>
                <a:ea typeface="微软雅黑" panose="020B0503020204020204" pitchFamily="34" charset="-122"/>
              </a:rPr>
              <a:t> </a:t>
            </a:r>
            <a:r>
              <a:rPr lang="zh-CN" altLang="zh-CN" sz="1500" dirty="0">
                <a:solidFill>
                  <a:srgbClr val="FFFFFF">
                    <a:alpha val="50000"/>
                  </a:srgbClr>
                </a:solidFill>
                <a:latin typeface="微软雅黑" panose="020B0503020204020204" pitchFamily="34" charset="-122"/>
                <a:ea typeface="微软雅黑" panose="020B0503020204020204" pitchFamily="34" charset="-122"/>
              </a:rPr>
              <a:t>③秘密信息 严禁泄露④内部公开 请勿外传 </a:t>
            </a:r>
          </a:p>
          <a:p>
            <a:pPr algn="just">
              <a:lnSpc>
                <a:spcPct val="150000"/>
              </a:lnSpc>
              <a:spcBef>
                <a:spcPts val="0"/>
              </a:spcBef>
            </a:pP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endParaRPr kumimoji="1" lang="zh-CN" altLang="en-US" sz="1500" dirty="0">
              <a:solidFill>
                <a:srgbClr val="FFFFFF">
                  <a:alpha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659326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2"/>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9" y="2021395"/>
            <a:ext cx="6012403" cy="3202537"/>
          </a:xfrm>
          <a:prstGeom prst="rect">
            <a:avLst/>
          </a:prstGeom>
        </p:spPr>
      </p:pic>
      <p:sp>
        <p:nvSpPr>
          <p:cNvPr id="4" name="Rectangle 37"/>
          <p:cNvSpPr/>
          <p:nvPr userDrawn="1"/>
        </p:nvSpPr>
        <p:spPr bwMode="auto">
          <a:xfrm>
            <a:off x="1001734" y="6364969"/>
            <a:ext cx="2711023" cy="171459"/>
          </a:xfrm>
          <a:prstGeom prst="rect">
            <a:avLst/>
          </a:prstGeom>
          <a:noFill/>
          <a:ln>
            <a:noFill/>
          </a:ln>
        </p:spPr>
        <p:txBody>
          <a:bodyPr lIns="0" tIns="0" rIns="0" bIns="0" anchor="ctr"/>
          <a:lstStyle/>
          <a:p>
            <a:pPr defTabSz="228312">
              <a:defRPr/>
            </a:pP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lang="en-US" altLang="zh-CN"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©1993-2022</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 </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427"/>
            <a:ext cx="2319275" cy="1304423"/>
          </a:xfrm>
          <a:prstGeom prst="rect">
            <a:avLst/>
          </a:prstGeom>
        </p:spPr>
      </p:pic>
      <p:sp>
        <p:nvSpPr>
          <p:cNvPr id="6" name="Text Box 2"/>
          <p:cNvSpPr txBox="1"/>
          <p:nvPr userDrawn="1"/>
        </p:nvSpPr>
        <p:spPr>
          <a:xfrm>
            <a:off x="4786041" y="6281608"/>
            <a:ext cx="1252235" cy="188941"/>
          </a:xfrm>
          <a:prstGeom prst="rect">
            <a:avLst/>
          </a:prstGeom>
          <a:ln w="12700">
            <a:miter lim="400000"/>
          </a:ln>
        </p:spPr>
        <p:txBody>
          <a:bodyPr wrap="square" lIns="8890" tIns="8890" rIns="8890" bIns="8890" anchor="ctr">
            <a:spAutoFit/>
          </a:bodyPr>
          <a:lstStyle/>
          <a:p>
            <a:pPr algn="r">
              <a:lnSpc>
                <a:spcPts val="1335"/>
              </a:lnSpc>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90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6" y="6284840"/>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olidFill>
                  <a:srgbClr val="FFFFFF">
                    <a:lumMod val="50000"/>
                  </a:srgbClr>
                </a:solidFill>
              </a:rPr>
              <a:t> </a:t>
            </a:r>
            <a:r>
              <a:rPr lang="zh-CN" altLang="en-US" sz="900" dirty="0">
                <a:solidFill>
                  <a:srgbClr val="FFFFFF">
                    <a:alpha val="50000"/>
                  </a:srgbClr>
                </a:solidFill>
              </a:rPr>
              <a:t>④ 内部公开 请勿外传</a:t>
            </a:r>
            <a:endParaRPr sz="900" dirty="0">
              <a:solidFill>
                <a:srgbClr val="FFFFFF">
                  <a:alpha val="50000"/>
                </a:srgbClr>
              </a:solidFill>
            </a:endParaRPr>
          </a:p>
        </p:txBody>
      </p:sp>
    </p:spTree>
    <p:extLst>
      <p:ext uri="{BB962C8B-B14F-4D97-AF65-F5344CB8AC3E}">
        <p14:creationId xmlns:p14="http://schemas.microsoft.com/office/powerpoint/2010/main" val="31810966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7_白色内页">
    <p:spTree>
      <p:nvGrpSpPr>
        <p:cNvPr id="1" name=""/>
        <p:cNvGrpSpPr/>
        <p:nvPr/>
      </p:nvGrpSpPr>
      <p:grpSpPr>
        <a:xfrm>
          <a:off x="0" y="0"/>
          <a:ext cx="0" cy="0"/>
          <a:chOff x="0" y="0"/>
          <a:chExt cx="0" cy="0"/>
        </a:xfrm>
      </p:grpSpPr>
      <p:sp>
        <p:nvSpPr>
          <p:cNvPr id="5" name="Text Box 2"/>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63"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63"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8" name="文本占位符 5"/>
          <p:cNvSpPr>
            <a:spLocks noGrp="1"/>
          </p:cNvSpPr>
          <p:nvPr>
            <p:ph type="body" sz="quarter" idx="28" hasCustomPrompt="1"/>
          </p:nvPr>
        </p:nvSpPr>
        <p:spPr>
          <a:xfrm>
            <a:off x="398095" y="682699"/>
            <a:ext cx="7793672" cy="285047"/>
          </a:xfrm>
          <a:prstGeom prst="rect">
            <a:avLst/>
          </a:prstGeom>
        </p:spPr>
        <p:txBody>
          <a:bodyPr lIns="121770" tIns="60885" rIns="121770" bIns="60885">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lIns="121770" tIns="60885" rIns="121770" bIns="60885">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8" y="267724"/>
            <a:ext cx="896585" cy="416027"/>
          </a:xfrm>
          <a:prstGeom prst="rect">
            <a:avLst/>
          </a:prstGeom>
        </p:spPr>
      </p:pic>
    </p:spTree>
    <p:extLst>
      <p:ext uri="{BB962C8B-B14F-4D97-AF65-F5344CB8AC3E}">
        <p14:creationId xmlns:p14="http://schemas.microsoft.com/office/powerpoint/2010/main" val="2527990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pPr defTabSz="308610" fontAlgn="base">
                <a:spcBef>
                  <a:spcPct val="50000"/>
                </a:spcBef>
                <a:spcAft>
                  <a:spcPct val="0"/>
                </a:spcAft>
                <a:defRPr/>
              </a:pPr>
              <a:t>‹#›</a:t>
            </a:fld>
            <a:endParaRPr kumimoji="0" lang="en-US" altLang="zh-CN" sz="100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a:extLst>
              <a:ext uri="{FF2B5EF4-FFF2-40B4-BE49-F238E27FC236}">
                <a16:creationId xmlns:a16="http://schemas.microsoft.com/office/drawing/2014/main" id="{F61968CA-8D86-F945-9EB3-F3D29E61C940}"/>
              </a:ext>
            </a:extLst>
          </p:cNvPr>
          <p:cNvSpPr txBox="1"/>
          <p:nvPr userDrawn="1"/>
        </p:nvSpPr>
        <p:spPr>
          <a:xfrm>
            <a:off x="10174753"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35" dirty="0">
                <a:solidFill>
                  <a:srgbClr val="FFFFFF">
                    <a:lumMod val="50000"/>
                  </a:srgbClr>
                </a:solidFill>
                <a:latin typeface="微软雅黑" panose="020B0503020204020204" charset="-122"/>
                <a:ea typeface="微软雅黑" panose="020B0503020204020204" charset="-122"/>
              </a:rPr>
              <a:t>① 绝密信息 严禁泄露</a:t>
            </a:r>
          </a:p>
        </p:txBody>
      </p:sp>
    </p:spTree>
    <p:extLst>
      <p:ext uri="{BB962C8B-B14F-4D97-AF65-F5344CB8AC3E}">
        <p14:creationId xmlns:p14="http://schemas.microsoft.com/office/powerpoint/2010/main" val="29905030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a:prstGeom prst="rect">
            <a:avLst/>
          </a:prstGeo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20" name="Title 1"/>
          <p:cNvSpPr>
            <a:spLocks noGrp="1"/>
          </p:cNvSpPr>
          <p:nvPr>
            <p:ph type="title"/>
          </p:nvPr>
        </p:nvSpPr>
        <p:spPr>
          <a:xfrm>
            <a:off x="591826" y="296787"/>
            <a:ext cx="11204359" cy="700704"/>
          </a:xfrm>
          <a:prstGeom prst="rect">
            <a:avLst/>
          </a:prstGeom>
        </p:spPr>
        <p:txBody>
          <a:bodyPr/>
          <a:lstStyle>
            <a:lvl1pPr>
              <a:defRPr baseline="0">
                <a:solidFill>
                  <a:srgbClr val="1771EA"/>
                </a:solidFill>
                <a:latin typeface="Microsoft YaHei" charset="-122"/>
                <a:ea typeface="Microsoft YaHei" charset="-122"/>
                <a:cs typeface="Microsoft YaHei" charset="-122"/>
              </a:defRPr>
            </a:lvl1pPr>
          </a:lstStyle>
          <a:p>
            <a:r>
              <a:rPr lang="zh-CN" altLang="en-US"/>
              <a:t>单击此处编辑母版标题样式</a:t>
            </a:r>
            <a:endParaRPr lang="en-US" dirty="0"/>
          </a:p>
        </p:txBody>
      </p:sp>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r="38287"/>
          <a:stretch/>
        </p:blipFill>
        <p:spPr>
          <a:xfrm>
            <a:off x="10415182" y="257035"/>
            <a:ext cx="1381001" cy="465455"/>
          </a:xfrm>
          <a:prstGeom prst="rect">
            <a:avLst/>
          </a:prstGeom>
        </p:spPr>
      </p:pic>
    </p:spTree>
    <p:extLst>
      <p:ext uri="{BB962C8B-B14F-4D97-AF65-F5344CB8AC3E}">
        <p14:creationId xmlns:p14="http://schemas.microsoft.com/office/powerpoint/2010/main" val="26248842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4" y="267724"/>
            <a:ext cx="896585" cy="416027"/>
          </a:xfrm>
          <a:prstGeom prst="rect">
            <a:avLst/>
          </a:prstGeom>
        </p:spPr>
      </p:pic>
      <p:sp>
        <p:nvSpPr>
          <p:cNvPr id="6" name="Text Box 5"/>
          <p:cNvSpPr txBox="1">
            <a:spLocks noChangeArrowheads="1"/>
          </p:cNvSpPr>
          <p:nvPr userDrawn="1"/>
        </p:nvSpPr>
        <p:spPr bwMode="auto">
          <a:xfrm>
            <a:off x="11585877" y="6442349"/>
            <a:ext cx="209883"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03" fontAlgn="base">
              <a:spcBef>
                <a:spcPct val="50000"/>
              </a:spcBef>
              <a:spcAft>
                <a:spcPct val="0"/>
              </a:spcAft>
              <a:defRPr/>
            </a:pPr>
            <a:fld id="{046AD7C7-DE3F-5E43-A3A8-CA80750AE375}" type="slidenum">
              <a:rPr kumimoji="0" lang="en-US" altLang="zh-CN" sz="100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pPr defTabSz="308603" fontAlgn="base">
                <a:spcBef>
                  <a:spcPct val="50000"/>
                </a:spcBef>
                <a:spcAft>
                  <a:spcPct val="0"/>
                </a:spcAft>
                <a:defRPr/>
              </a:pPr>
              <a:t>‹#›</a:t>
            </a:fld>
            <a:endParaRPr kumimoji="0" lang="en-US" altLang="zh-CN" sz="100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2"/>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34" indent="-159381">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42" indent="-20573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182" indent="-165096">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30" indent="-213989">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5" y="682626"/>
            <a:ext cx="7793672" cy="285047"/>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a:extLst>
              <a:ext uri="{FF2B5EF4-FFF2-40B4-BE49-F238E27FC236}">
                <a16:creationId xmlns:a16="http://schemas.microsoft.com/office/drawing/2014/main" id="{F61968CA-8D86-F945-9EB3-F3D29E61C940}"/>
              </a:ext>
            </a:extLst>
          </p:cNvPr>
          <p:cNvSpPr txBox="1"/>
          <p:nvPr userDrawn="1"/>
        </p:nvSpPr>
        <p:spPr>
          <a:xfrm>
            <a:off x="10174754" y="6416766"/>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algn="l">
              <a:defRPr/>
            </a:pPr>
            <a:r>
              <a:rPr sz="933" dirty="0">
                <a:solidFill>
                  <a:prstClr val="white">
                    <a:lumMod val="50000"/>
                  </a:prstClr>
                </a:solidFill>
              </a:rPr>
              <a:t> </a:t>
            </a:r>
            <a:r>
              <a:rPr lang="zh-CN" altLang="en-US" sz="935" dirty="0">
                <a:solidFill>
                  <a:prstClr val="white">
                    <a:lumMod val="50000"/>
                  </a:prstClr>
                </a:solidFill>
                <a:latin typeface="微软雅黑" panose="020B0503020204020204" charset="-122"/>
                <a:ea typeface="微软雅黑" panose="020B0503020204020204" charset="-122"/>
              </a:rPr>
              <a:t>① 绝密信息 严禁泄露</a:t>
            </a:r>
          </a:p>
        </p:txBody>
      </p:sp>
    </p:spTree>
    <p:extLst>
      <p:ext uri="{BB962C8B-B14F-4D97-AF65-F5344CB8AC3E}">
        <p14:creationId xmlns:p14="http://schemas.microsoft.com/office/powerpoint/2010/main" val="2964543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7_Comparison">
    <p:bg>
      <p:bgPr>
        <a:solidFill>
          <a:srgbClr val="1771EA"/>
        </a:solidFill>
        <a:effectLst/>
      </p:bgPr>
    </p:bg>
    <p:spTree>
      <p:nvGrpSpPr>
        <p:cNvPr id="1" name=""/>
        <p:cNvGrpSpPr/>
        <p:nvPr/>
      </p:nvGrpSpPr>
      <p:grpSpPr>
        <a:xfrm>
          <a:off x="0" y="0"/>
          <a:ext cx="0" cy="0"/>
          <a:chOff x="0" y="0"/>
          <a:chExt cx="0" cy="0"/>
        </a:xfrm>
      </p:grpSpPr>
      <p:grpSp>
        <p:nvGrpSpPr>
          <p:cNvPr id="531" name="Group 41"/>
          <p:cNvGrpSpPr/>
          <p:nvPr userDrawn="1"/>
        </p:nvGrpSpPr>
        <p:grpSpPr>
          <a:xfrm>
            <a:off x="-1441784" y="-70960"/>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R:36</a:t>
              </a:r>
            </a:p>
            <a:p>
              <a:pPr defTabSz="609585" hangingPunct="0">
                <a:defRPr sz="800">
                  <a:solidFill>
                    <a:srgbClr val="FFFFFF"/>
                  </a:solidFill>
                </a:defRPr>
              </a:pPr>
              <a:r>
                <a:rPr sz="1067" kern="0">
                  <a:solidFill>
                    <a:srgbClr val="FFFFFF"/>
                  </a:solidFill>
                  <a:sym typeface="Calibri" panose="020F0502020204030204"/>
                </a:rPr>
                <a:t>G:33</a:t>
              </a:r>
            </a:p>
            <a:p>
              <a:pPr defTabSz="609585" hangingPunct="0">
                <a:defRPr sz="800">
                  <a:solidFill>
                    <a:srgbClr val="FFFFFF"/>
                  </a:solidFill>
                </a:defRPr>
              </a:pPr>
              <a:r>
                <a:rPr sz="1067" kern="0">
                  <a:solidFill>
                    <a:srgbClr val="FFFFFF"/>
                  </a:solidFill>
                  <a:sym typeface="Calibri" panose="020F0502020204030204"/>
                </a:rPr>
                <a:t>B:95</a:t>
              </a:r>
            </a:p>
          </p:txBody>
        </p:sp>
      </p:grpSp>
      <p:grpSp>
        <p:nvGrpSpPr>
          <p:cNvPr id="534" name="Group 44"/>
          <p:cNvGrpSpPr/>
          <p:nvPr userDrawn="1"/>
        </p:nvGrpSpPr>
        <p:grpSpPr>
          <a:xfrm>
            <a:off x="-1441784" y="878956"/>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R:23</a:t>
              </a:r>
            </a:p>
            <a:p>
              <a:pPr defTabSz="609585" hangingPunct="0">
                <a:defRPr sz="800">
                  <a:solidFill>
                    <a:srgbClr val="FFFFFF"/>
                  </a:solidFill>
                </a:defRPr>
              </a:pPr>
              <a:r>
                <a:rPr sz="1067" kern="0">
                  <a:solidFill>
                    <a:srgbClr val="FFFFFF"/>
                  </a:solidFill>
                  <a:sym typeface="Calibri" panose="020F0502020204030204"/>
                </a:rPr>
                <a:t>G:136</a:t>
              </a:r>
            </a:p>
            <a:p>
              <a:pPr defTabSz="609585" hangingPunct="0">
                <a:defRPr sz="800">
                  <a:solidFill>
                    <a:srgbClr val="FFFFFF"/>
                  </a:solidFill>
                </a:defRPr>
              </a:pPr>
              <a:r>
                <a:rPr sz="1067" kern="0">
                  <a:solidFill>
                    <a:srgbClr val="FFFFFF"/>
                  </a:solidFill>
                  <a:sym typeface="Calibri" panose="020F0502020204030204"/>
                </a:rPr>
                <a:t>B:238</a:t>
              </a:r>
            </a:p>
          </p:txBody>
        </p:sp>
      </p:grpSp>
      <p:grpSp>
        <p:nvGrpSpPr>
          <p:cNvPr id="537" name="Group 47"/>
          <p:cNvGrpSpPr/>
          <p:nvPr userDrawn="1"/>
        </p:nvGrpSpPr>
        <p:grpSpPr>
          <a:xfrm>
            <a:off x="-1441784" y="1828873"/>
            <a:ext cx="861723" cy="861723"/>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6" name="TextBox 49"/>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pPr>
              <a:r>
                <a:rPr sz="1067" kern="0">
                  <a:solidFill>
                    <a:srgbClr val="000000"/>
                  </a:solidFill>
                  <a:sym typeface="Calibri" panose="020F0502020204030204"/>
                </a:rPr>
                <a:t>R:35</a:t>
              </a:r>
            </a:p>
            <a:p>
              <a:pPr defTabSz="609585" hangingPunct="0">
                <a:defRPr sz="800"/>
              </a:pPr>
              <a:r>
                <a:rPr sz="1067" kern="0">
                  <a:solidFill>
                    <a:srgbClr val="000000"/>
                  </a:solidFill>
                  <a:sym typeface="Calibri" panose="020F0502020204030204"/>
                </a:rPr>
                <a:t>G:204</a:t>
              </a:r>
            </a:p>
            <a:p>
              <a:pPr defTabSz="609585" hangingPunct="0">
                <a:defRPr sz="800"/>
              </a:pPr>
              <a:r>
                <a:rPr sz="1067" kern="0">
                  <a:solidFill>
                    <a:srgbClr val="000000"/>
                  </a:solidFill>
                  <a:sym typeface="Calibri" panose="020F0502020204030204"/>
                </a:rPr>
                <a:t>B:252</a:t>
              </a:r>
            </a:p>
          </p:txBody>
        </p:sp>
      </p:grpSp>
      <p:grpSp>
        <p:nvGrpSpPr>
          <p:cNvPr id="540" name="Group 50"/>
          <p:cNvGrpSpPr/>
          <p:nvPr userDrawn="1"/>
        </p:nvGrpSpPr>
        <p:grpSpPr>
          <a:xfrm>
            <a:off x="-1441784" y="2778789"/>
            <a:ext cx="861723" cy="861723"/>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9" name="TextBox 52"/>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R:33</a:t>
              </a:r>
            </a:p>
            <a:p>
              <a:pPr defTabSz="609585" hangingPunct="0">
                <a:defRPr sz="800">
                  <a:solidFill>
                    <a:srgbClr val="FFFFFF"/>
                  </a:solidFill>
                </a:defRPr>
              </a:pPr>
              <a:r>
                <a:rPr sz="1067" kern="0">
                  <a:solidFill>
                    <a:srgbClr val="FFFFFF"/>
                  </a:solidFill>
                  <a:sym typeface="Calibri" panose="020F0502020204030204"/>
                </a:rPr>
                <a:t>G:200</a:t>
              </a:r>
            </a:p>
            <a:p>
              <a:pPr defTabSz="609585" hangingPunct="0">
                <a:defRPr sz="800">
                  <a:solidFill>
                    <a:srgbClr val="FFFFFF"/>
                  </a:solidFill>
                </a:defRPr>
              </a:pPr>
              <a:r>
                <a:rPr sz="1067" kern="0">
                  <a:solidFill>
                    <a:srgbClr val="FFFFFF"/>
                  </a:solidFill>
                  <a:sym typeface="Calibri" panose="020F0502020204030204"/>
                </a:rPr>
                <a:t>B:200</a:t>
              </a:r>
            </a:p>
          </p:txBody>
        </p:sp>
      </p:grpSp>
      <p:sp>
        <p:nvSpPr>
          <p:cNvPr id="541" name="TextBox 58"/>
          <p:cNvSpPr txBox="1"/>
          <p:nvPr userDrawn="1"/>
        </p:nvSpPr>
        <p:spPr>
          <a:xfrm>
            <a:off x="-1460596" y="4946796"/>
            <a:ext cx="861719" cy="553996"/>
          </a:xfrm>
          <a:prstGeom prst="rect">
            <a:avLst/>
          </a:prstGeom>
          <a:ln w="12700">
            <a:miter lim="400000"/>
          </a:ln>
        </p:spPr>
        <p:txBody>
          <a:bodyPr lIns="60957" tIns="60959" rIns="60957" bIns="60959">
            <a:spAutoFit/>
          </a:bodyPr>
          <a:lstStyle/>
          <a:p>
            <a:pPr defTabSz="609585" hangingPunct="0">
              <a:defRPr sz="700">
                <a:solidFill>
                  <a:srgbClr val="FFFFFF"/>
                </a:solidFill>
              </a:defRPr>
            </a:pPr>
            <a:r>
              <a:rPr sz="933" kern="0">
                <a:solidFill>
                  <a:srgbClr val="FFFFFF"/>
                </a:solidFill>
                <a:sym typeface="Calibri" panose="020F0502020204030204"/>
              </a:rPr>
              <a:t>中文字体：</a:t>
            </a:r>
            <a:endParaRPr sz="933" kern="0">
              <a:solidFill>
                <a:srgbClr val="1EA19F"/>
              </a:solidFill>
              <a:sym typeface="Calibri" panose="020F0502020204030204"/>
            </a:endParaRPr>
          </a:p>
          <a:p>
            <a:pPr defTabSz="609585" hangingPunct="0">
              <a:defRPr sz="1400">
                <a:solidFill>
                  <a:srgbClr val="FFFFFF"/>
                </a:solidFill>
                <a:latin typeface="Heiti SC Medium"/>
                <a:ea typeface="Heiti SC Medium"/>
                <a:cs typeface="Heiti SC Medium"/>
                <a:sym typeface="Heiti SC Medium"/>
              </a:defRPr>
            </a:pPr>
            <a:r>
              <a:rPr sz="1867" kern="0">
                <a:solidFill>
                  <a:srgbClr val="FFFFFF"/>
                </a:solidFill>
                <a:latin typeface="Heiti SC Medium"/>
                <a:ea typeface="Heiti SC Medium"/>
                <a:cs typeface="Heiti SC Medium"/>
                <a:sym typeface="Heiti SC Medium"/>
              </a:rPr>
              <a:t>黑体</a:t>
            </a:r>
          </a:p>
        </p:txBody>
      </p:sp>
      <p:grpSp>
        <p:nvGrpSpPr>
          <p:cNvPr id="544" name="Group 59"/>
          <p:cNvGrpSpPr/>
          <p:nvPr userDrawn="1"/>
        </p:nvGrpSpPr>
        <p:grpSpPr>
          <a:xfrm>
            <a:off x="-1441784" y="3728700"/>
            <a:ext cx="861723" cy="861723"/>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43" name="TextBox 61"/>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R:176</a:t>
              </a:r>
            </a:p>
            <a:p>
              <a:pPr defTabSz="609585" hangingPunct="0">
                <a:defRPr sz="800">
                  <a:solidFill>
                    <a:srgbClr val="FFFFFF"/>
                  </a:solidFill>
                </a:defRPr>
              </a:pPr>
              <a:r>
                <a:rPr sz="1067" kern="0">
                  <a:solidFill>
                    <a:srgbClr val="FFFFFF"/>
                  </a:solidFill>
                  <a:sym typeface="Calibri" panose="020F0502020204030204"/>
                </a:rPr>
                <a:t>G:115</a:t>
              </a:r>
            </a:p>
            <a:p>
              <a:pPr defTabSz="609585" hangingPunct="0">
                <a:defRPr sz="800">
                  <a:solidFill>
                    <a:srgbClr val="FFFFFF"/>
                  </a:solidFill>
                </a:defRPr>
              </a:pPr>
              <a:r>
                <a:rPr sz="1067" kern="0">
                  <a:solidFill>
                    <a:srgbClr val="FFFFFF"/>
                  </a:solidFill>
                  <a:sym typeface="Calibri" panose="020F0502020204030204"/>
                </a:rPr>
                <a:t>B:252</a:t>
              </a:r>
            </a:p>
          </p:txBody>
        </p:sp>
      </p:grpSp>
      <p:sp>
        <p:nvSpPr>
          <p:cNvPr id="545" name="Rectangle 62"/>
          <p:cNvSpPr txBox="1"/>
          <p:nvPr userDrawn="1"/>
        </p:nvSpPr>
        <p:spPr>
          <a:xfrm>
            <a:off x="-1460598" y="5545256"/>
            <a:ext cx="1027859" cy="594904"/>
          </a:xfrm>
          <a:prstGeom prst="rect">
            <a:avLst/>
          </a:prstGeom>
          <a:ln w="12700">
            <a:miter lim="400000"/>
          </a:ln>
        </p:spPr>
        <p:txBody>
          <a:bodyPr lIns="60957" tIns="60959" rIns="60957" bIns="60959">
            <a:spAutoFit/>
          </a:bodyPr>
          <a:lstStyle/>
          <a:p>
            <a:pPr defTabSz="609585" hangingPunct="0">
              <a:defRPr sz="700">
                <a:solidFill>
                  <a:srgbClr val="FFFFFF"/>
                </a:solidFill>
              </a:defRPr>
            </a:pPr>
            <a:r>
              <a:rPr sz="933" kern="0">
                <a:solidFill>
                  <a:srgbClr val="FFFFFF"/>
                </a:solidFill>
                <a:sym typeface="Calibri" panose="020F0502020204030204"/>
              </a:rPr>
              <a:t>英文字体：</a:t>
            </a:r>
            <a:endParaRPr sz="933" b="1" kern="0">
              <a:solidFill>
                <a:srgbClr val="FFFFFF"/>
              </a:solidFill>
              <a:latin typeface="Arial" panose="020B0604020202020204"/>
              <a:ea typeface="Arial" panose="020B0604020202020204"/>
              <a:cs typeface="Arial" panose="020B0604020202020204"/>
              <a:sym typeface="Arial" panose="020B0604020202020204"/>
            </a:endParaRPr>
          </a:p>
          <a:p>
            <a:pPr defTabSz="609585" hangingPunct="0">
              <a:defRPr sz="1600" b="1">
                <a:solidFill>
                  <a:srgbClr val="FFFFFF"/>
                </a:solidFill>
                <a:latin typeface="Arial" panose="020B0604020202020204"/>
                <a:ea typeface="Arial" panose="020B0604020202020204"/>
                <a:cs typeface="Arial" panose="020B0604020202020204"/>
                <a:sym typeface="Arial" panose="020B0604020202020204"/>
              </a:defRPr>
            </a:pPr>
            <a:r>
              <a:rPr sz="2133" b="1" kern="0">
                <a:solidFill>
                  <a:srgbClr val="FFFFFF"/>
                </a:solidFill>
                <a:latin typeface="Arial" panose="020B0604020202020204"/>
                <a:ea typeface="Arial" panose="020B0604020202020204"/>
                <a:cs typeface="Arial" panose="020B0604020202020204"/>
                <a:sym typeface="Arial" panose="020B0604020202020204"/>
              </a:rPr>
              <a:t>Arial</a:t>
            </a:r>
          </a:p>
        </p:txBody>
      </p:sp>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t="-12439" r="37297" b="-1"/>
          <a:stretch>
            <a:fillRect/>
          </a:stretch>
        </p:blipFill>
        <p:spPr>
          <a:xfrm>
            <a:off x="10435787" y="352779"/>
            <a:ext cx="1360404" cy="507405"/>
          </a:xfrm>
          <a:prstGeom prst="rect">
            <a:avLst/>
          </a:prstGeom>
        </p:spPr>
      </p:pic>
    </p:spTree>
    <p:extLst>
      <p:ext uri="{BB962C8B-B14F-4D97-AF65-F5344CB8AC3E}">
        <p14:creationId xmlns:p14="http://schemas.microsoft.com/office/powerpoint/2010/main" val="170435945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Comparison">
    <p:bg>
      <p:bgPr>
        <a:solidFill>
          <a:srgbClr val="1771EA"/>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91825" y="383823"/>
            <a:ext cx="11222915" cy="5955595"/>
          </a:xfrm>
        </p:spPr>
        <p:txBody>
          <a:bodyPr/>
          <a:lstStyle>
            <a:lvl1pPr>
              <a:defRPr sz="6533" baseline="0">
                <a:solidFill>
                  <a:schemeClr val="bg1"/>
                </a:solidFill>
                <a:latin typeface="Microsoft YaHei" charset="-122"/>
                <a:ea typeface="Microsoft YaHei" charset="-122"/>
                <a:cs typeface="Microsoft YaHei" charset="-122"/>
              </a:defRPr>
            </a:lvl1pPr>
          </a:lstStyle>
          <a:p>
            <a:r>
              <a:rPr lang="zh-CN" altLang="en-US" dirty="0"/>
              <a:t>单击此处</a:t>
            </a:r>
            <a:br>
              <a:rPr lang="en-US" altLang="zh-CN" dirty="0"/>
            </a:br>
            <a:r>
              <a:rPr lang="zh-CN" altLang="en-US" dirty="0"/>
              <a:t>可更改模板标题</a:t>
            </a:r>
            <a:br>
              <a:rPr lang="en-US" altLang="zh-CN" dirty="0"/>
            </a:br>
            <a:r>
              <a:rPr lang="zh-CN" altLang="en-US" dirty="0"/>
              <a:t>中的文字</a:t>
            </a:r>
            <a:endParaRPr lang="en-US" dirty="0"/>
          </a:p>
        </p:txBody>
      </p:sp>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2439" r="37297" b="-1"/>
          <a:stretch/>
        </p:blipFill>
        <p:spPr>
          <a:xfrm>
            <a:off x="10435781" y="191912"/>
            <a:ext cx="1360404" cy="507405"/>
          </a:xfrm>
          <a:prstGeom prst="rect">
            <a:avLst/>
          </a:prstGeom>
        </p:spPr>
      </p:pic>
      <p:sp>
        <p:nvSpPr>
          <p:cNvPr id="5"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bg1"/>
                </a:solidFill>
                <a:latin typeface="Arial" panose="020B0604020202020204"/>
                <a:cs typeface="Arial" panose="020B0604020202020204"/>
                <a:sym typeface="Helvetica Neue"/>
              </a:rPr>
              <a:pPr defTabSz="411426" fontAlgn="base">
                <a:spcBef>
                  <a:spcPct val="50000"/>
                </a:spcBef>
                <a:spcAft>
                  <a:spcPct val="0"/>
                </a:spcAft>
                <a:defRPr/>
              </a:pPr>
              <a:t>‹#›</a:t>
            </a:fld>
            <a:endParaRPr kumimoji="0" lang="en-US" altLang="zh-CN" sz="1100" b="0" kern="0" dirty="0">
              <a:solidFill>
                <a:schemeClr val="bg1"/>
              </a:solidFill>
              <a:latin typeface="Arial" panose="020B0604020202020204"/>
              <a:cs typeface="Arial" panose="020B0604020202020204"/>
              <a:sym typeface="Helvetica Neue"/>
            </a:endParaRPr>
          </a:p>
        </p:txBody>
      </p:sp>
    </p:spTree>
    <p:extLst>
      <p:ext uri="{BB962C8B-B14F-4D97-AF65-F5344CB8AC3E}">
        <p14:creationId xmlns:p14="http://schemas.microsoft.com/office/powerpoint/2010/main" val="178336086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26C7729-0EB9-64FA-899B-03816ECC912E}"/>
              </a:ext>
            </a:extLst>
          </p:cNvPr>
          <p:cNvGraphicFramePr>
            <a:graphicFrameLocks noChangeAspect="1"/>
          </p:cNvGraphicFramePr>
          <p:nvPr userDrawn="1">
            <p:custDataLst>
              <p:tags r:id="rId33"/>
            </p:custDataLst>
            <p:extLst>
              <p:ext uri="{D42A27DB-BD31-4B8C-83A1-F6EECF244321}">
                <p14:modId xmlns:p14="http://schemas.microsoft.com/office/powerpoint/2010/main" val="2860509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4" imgW="463" imgH="464" progId="TCLayout.ActiveDocument.1">
                  <p:embed/>
                </p:oleObj>
              </mc:Choice>
              <mc:Fallback>
                <p:oleObj name="think-cell 幻灯片" r:id="rId34" imgW="463" imgH="464" progId="TCLayout.ActiveDocument.1">
                  <p:embed/>
                  <p:pic>
                    <p:nvPicPr>
                      <p:cNvPr id="2" name="think-cell data - do not delete" hidden="1">
                        <a:extLst>
                          <a:ext uri="{FF2B5EF4-FFF2-40B4-BE49-F238E27FC236}">
                            <a16:creationId xmlns:a16="http://schemas.microsoft.com/office/drawing/2014/main" id="{026C7729-0EB9-64FA-899B-03816ECC912E}"/>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4" name="日期占位符 3"/>
          <p:cNvSpPr>
            <a:spLocks noGrp="1"/>
          </p:cNvSpPr>
          <p:nvPr>
            <p:ph type="dt" sz="half" idx="2"/>
          </p:nvPr>
        </p:nvSpPr>
        <p:spPr>
          <a:xfrm>
            <a:off x="838200" y="6356352"/>
            <a:ext cx="2743200" cy="365125"/>
          </a:xfrm>
          <a:prstGeom prst="rect">
            <a:avLst/>
          </a:prstGeom>
        </p:spPr>
        <p:txBody>
          <a:bodyPr vert="horz" lIns="91332" tIns="45718" rIns="91332" bIns="45718"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dirty="0">
              <a:solidFill>
                <a:srgbClr val="000000">
                  <a:tint val="75000"/>
                </a:srgbClr>
              </a:solidFill>
            </a:endParaRPr>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332" tIns="45718" rIns="91332" bIns="45718"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r>
              <a:rPr kumimoji="1" lang="en-US" altLang="zh-CN" dirty="0">
                <a:solidFill>
                  <a:srgbClr val="000000">
                    <a:tint val="75000"/>
                  </a:srgbClr>
                </a:solidFill>
              </a:rPr>
              <a:t>1</a:t>
            </a:r>
            <a:endParaRPr kumimoji="1" lang="zh-CN" altLang="en-US" dirty="0">
              <a:solidFill>
                <a:srgbClr val="000000">
                  <a:tint val="75000"/>
                </a:srgbClr>
              </a:solidFill>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7" name="圆形"/>
          <p:cNvSpPr/>
          <p:nvPr userDrawn="1"/>
        </p:nvSpPr>
        <p:spPr>
          <a:xfrm>
            <a:off x="-804769" y="4806477"/>
            <a:ext cx="412721" cy="412720"/>
          </a:xfrm>
          <a:prstGeom prst="ellipse">
            <a:avLst/>
          </a:prstGeom>
          <a:solidFill>
            <a:srgbClr val="00CCFE"/>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5C8C8"/>
              </a:solidFill>
              <a:latin typeface="微软雅黑" panose="020B0503020204020204" pitchFamily="34" charset="-122"/>
              <a:ea typeface="微软雅黑" panose="020B0503020204020204" pitchFamily="34" charset="-122"/>
              <a:cs typeface="Helvetica Light"/>
              <a:sym typeface="Helvetica Light"/>
            </a:endParaRPr>
          </a:p>
        </p:txBody>
      </p:sp>
      <p:sp>
        <p:nvSpPr>
          <p:cNvPr id="8" name="圆形"/>
          <p:cNvSpPr/>
          <p:nvPr userDrawn="1"/>
        </p:nvSpPr>
        <p:spPr>
          <a:xfrm>
            <a:off x="-1348381" y="4790261"/>
            <a:ext cx="412721" cy="412720"/>
          </a:xfrm>
          <a:prstGeom prst="ellipse">
            <a:avLst/>
          </a:prstGeom>
          <a:solidFill>
            <a:schemeClr val="bg2">
              <a:lumMod val="25000"/>
            </a:schemeClr>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00000">
                  <a:lumMod val="75000"/>
                  <a:lumOff val="25000"/>
                </a:srgbClr>
              </a:solidFill>
              <a:latin typeface="微软雅黑" panose="020B0503020204020204" pitchFamily="34" charset="-122"/>
              <a:ea typeface="微软雅黑" panose="020B0503020204020204" pitchFamily="34" charset="-122"/>
              <a:cs typeface="Helvetica Light"/>
              <a:sym typeface="Helvetica Light"/>
            </a:endParaRPr>
          </a:p>
        </p:txBody>
      </p:sp>
      <p:sp>
        <p:nvSpPr>
          <p:cNvPr id="9" name="圆形"/>
          <p:cNvSpPr/>
          <p:nvPr userDrawn="1"/>
        </p:nvSpPr>
        <p:spPr>
          <a:xfrm>
            <a:off x="-1348381" y="5304965"/>
            <a:ext cx="412721" cy="412720"/>
          </a:xfrm>
          <a:prstGeom prst="ellipse">
            <a:avLst/>
          </a:prstGeom>
          <a:solidFill>
            <a:schemeClr val="bg1">
              <a:lumMod val="75000"/>
            </a:schemeClr>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0" name="圆形"/>
          <p:cNvSpPr/>
          <p:nvPr userDrawn="1"/>
        </p:nvSpPr>
        <p:spPr>
          <a:xfrm>
            <a:off x="-804769" y="5872245"/>
            <a:ext cx="412721" cy="412720"/>
          </a:xfrm>
          <a:prstGeom prst="ellipse">
            <a:avLst/>
          </a:prstGeom>
          <a:solidFill>
            <a:srgbClr val="A06EFF"/>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A06EFF"/>
              </a:solidFill>
              <a:latin typeface="微软雅黑" panose="020B0503020204020204" pitchFamily="34" charset="-122"/>
              <a:ea typeface="微软雅黑" panose="020B0503020204020204" pitchFamily="34" charset="-122"/>
              <a:cs typeface="Helvetica Light"/>
              <a:sym typeface="Helvetica Light"/>
            </a:endParaRPr>
          </a:p>
        </p:txBody>
      </p:sp>
      <p:sp>
        <p:nvSpPr>
          <p:cNvPr id="11" name="圆形"/>
          <p:cNvSpPr/>
          <p:nvPr userDrawn="1"/>
        </p:nvSpPr>
        <p:spPr>
          <a:xfrm>
            <a:off x="-804769" y="5345152"/>
            <a:ext cx="412721" cy="412720"/>
          </a:xfrm>
          <a:prstGeom prst="ellipse">
            <a:avLst/>
          </a:prstGeom>
          <a:solidFill>
            <a:srgbClr val="05C8C8"/>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5C8C8"/>
              </a:solidFill>
              <a:latin typeface="微软雅黑" panose="020B0503020204020204" pitchFamily="34" charset="-122"/>
              <a:ea typeface="微软雅黑" panose="020B0503020204020204" pitchFamily="34" charset="-122"/>
              <a:cs typeface="Helvetica Light"/>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13" name="圆形"/>
          <p:cNvSpPr/>
          <p:nvPr userDrawn="1"/>
        </p:nvSpPr>
        <p:spPr>
          <a:xfrm>
            <a:off x="-813913" y="6408704"/>
            <a:ext cx="412721" cy="412720"/>
          </a:xfrm>
          <a:prstGeom prst="ellipse">
            <a:avLst/>
          </a:prstGeom>
          <a:solidFill>
            <a:srgbClr val="FFB61A"/>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4" name="圆形"/>
          <p:cNvSpPr/>
          <p:nvPr userDrawn="1"/>
        </p:nvSpPr>
        <p:spPr>
          <a:xfrm>
            <a:off x="-1348381" y="5806412"/>
            <a:ext cx="412721" cy="412720"/>
          </a:xfrm>
          <a:prstGeom prst="ellipse">
            <a:avLst/>
          </a:prstGeom>
          <a:solidFill>
            <a:srgbClr val="E7F1FF"/>
          </a:solidFill>
          <a:ln w="3175">
            <a:solidFill>
              <a:schemeClr val="bg1">
                <a:lumMod val="85000"/>
              </a:schemeClr>
            </a:solidFill>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5" name="圆形"/>
          <p:cNvSpPr/>
          <p:nvPr userDrawn="1"/>
        </p:nvSpPr>
        <p:spPr>
          <a:xfrm>
            <a:off x="-804769" y="4251104"/>
            <a:ext cx="412721" cy="412720"/>
          </a:xfrm>
          <a:prstGeom prst="ellipse">
            <a:avLst/>
          </a:prstGeom>
          <a:solidFill>
            <a:srgbClr val="22AAFE"/>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16" name="圆形"/>
          <p:cNvSpPr/>
          <p:nvPr userDrawn="1"/>
        </p:nvSpPr>
        <p:spPr>
          <a:xfrm>
            <a:off x="-1348381" y="4279867"/>
            <a:ext cx="412721" cy="412720"/>
          </a:xfrm>
          <a:prstGeom prst="ellipse">
            <a:avLst/>
          </a:prstGeom>
          <a:solidFill>
            <a:srgbClr val="28235F"/>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00000">
                  <a:lumMod val="75000"/>
                  <a:lumOff val="25000"/>
                </a:srgbClr>
              </a:solidFill>
              <a:latin typeface="微软雅黑" panose="020B0503020204020204" pitchFamily="34" charset="-122"/>
              <a:ea typeface="微软雅黑" panose="020B0503020204020204" pitchFamily="34" charset="-122"/>
              <a:cs typeface="Helvetica Light"/>
              <a:sym typeface="Helvetica Light"/>
            </a:endParaRPr>
          </a:p>
        </p:txBody>
      </p:sp>
      <p:sp>
        <p:nvSpPr>
          <p:cNvPr id="17" name="文本框 16"/>
          <p:cNvSpPr txBox="1"/>
          <p:nvPr userDrawn="1"/>
        </p:nvSpPr>
        <p:spPr>
          <a:xfrm>
            <a:off x="-1395167" y="2953415"/>
            <a:ext cx="744717"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主色</a:t>
            </a:r>
          </a:p>
        </p:txBody>
      </p:sp>
      <p:sp>
        <p:nvSpPr>
          <p:cNvPr id="18" name="文本框 17"/>
          <p:cNvSpPr txBox="1"/>
          <p:nvPr userDrawn="1"/>
        </p:nvSpPr>
        <p:spPr>
          <a:xfrm>
            <a:off x="-1395161" y="3959280"/>
            <a:ext cx="650449"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辅助色</a:t>
            </a:r>
          </a:p>
        </p:txBody>
      </p:sp>
      <p:sp>
        <p:nvSpPr>
          <p:cNvPr id="19" name="文本框 18"/>
          <p:cNvSpPr txBox="1"/>
          <p:nvPr userDrawn="1"/>
        </p:nvSpPr>
        <p:spPr>
          <a:xfrm>
            <a:off x="-1395167" y="2125274"/>
            <a:ext cx="744717"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字体</a:t>
            </a:r>
          </a:p>
        </p:txBody>
      </p:sp>
      <p:sp>
        <p:nvSpPr>
          <p:cNvPr id="20" name="文本框 19"/>
          <p:cNvSpPr txBox="1"/>
          <p:nvPr userDrawn="1"/>
        </p:nvSpPr>
        <p:spPr>
          <a:xfrm>
            <a:off x="-1395168" y="2384601"/>
            <a:ext cx="1338607" cy="338555"/>
          </a:xfrm>
          <a:prstGeom prst="rect">
            <a:avLst/>
          </a:prstGeom>
          <a:noFill/>
        </p:spPr>
        <p:txBody>
          <a:bodyPr wrap="square" lIns="91332" tIns="45718" rIns="91332" bIns="45718" rtlCol="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微软雅黑</a:t>
            </a:r>
          </a:p>
        </p:txBody>
      </p:sp>
    </p:spTree>
    <p:extLst>
      <p:ext uri="{BB962C8B-B14F-4D97-AF65-F5344CB8AC3E}">
        <p14:creationId xmlns:p14="http://schemas.microsoft.com/office/powerpoint/2010/main" val="144712887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2" r:id="rId30"/>
    <p:sldLayoutId id="2147483793" r:id="rId31"/>
  </p:sldLayoutIdLst>
  <p:hf hdr="0" ftr="0" dt="0"/>
  <p:txStyles>
    <p:titleStyle>
      <a:lvl1pPr algn="l" defTabSz="913176"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312" indent="-228312" algn="l" defTabSz="913176"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4934" indent="-228312" algn="l" defTabSz="913176"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1486" indent="-228312" algn="l" defTabSz="913176"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598040" indent="-228312" algn="l" defTabSz="913176" rtl="0" eaLnBrk="1" latinLnBrk="0" hangingPunct="1">
        <a:lnSpc>
          <a:spcPct val="90000"/>
        </a:lnSpc>
        <a:spcBef>
          <a:spcPts val="500"/>
        </a:spcBef>
        <a:buFont typeface="Arial" panose="020B0604020202020204" pitchFamily="34" charset="0"/>
        <a:buChar char="•"/>
        <a:defRPr sz="1900" b="0" i="0" kern="1200">
          <a:solidFill>
            <a:schemeClr val="tx1"/>
          </a:solidFill>
          <a:latin typeface="微软雅黑" panose="020B0503020204020204" pitchFamily="34" charset="-122"/>
          <a:ea typeface="微软雅黑" panose="020B0503020204020204" pitchFamily="34" charset="-122"/>
          <a:cs typeface="+mn-cs"/>
        </a:defRPr>
      </a:lvl4pPr>
      <a:lvl5pPr marL="2054595" indent="-228312" algn="l" defTabSz="913176" rtl="0" eaLnBrk="1" latinLnBrk="0" hangingPunct="1">
        <a:lnSpc>
          <a:spcPct val="90000"/>
        </a:lnSpc>
        <a:spcBef>
          <a:spcPts val="500"/>
        </a:spcBef>
        <a:buFont typeface="Arial" panose="020B0604020202020204" pitchFamily="34" charset="0"/>
        <a:buChar char="•"/>
        <a:defRPr sz="1900" b="0" i="0" kern="1200">
          <a:solidFill>
            <a:schemeClr val="tx1"/>
          </a:solidFill>
          <a:latin typeface="微软雅黑" panose="020B0503020204020204" pitchFamily="34" charset="-122"/>
          <a:ea typeface="微软雅黑" panose="020B0503020204020204" pitchFamily="34" charset="-122"/>
          <a:cs typeface="+mn-cs"/>
        </a:defRPr>
      </a:lvl5pPr>
      <a:lvl6pPr marL="2511216"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67804"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4392"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1014"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176" rtl="0" eaLnBrk="1" latinLnBrk="0" hangingPunct="1">
        <a:defRPr sz="1900" kern="1200">
          <a:solidFill>
            <a:schemeClr val="tx1"/>
          </a:solidFill>
          <a:latin typeface="+mn-lt"/>
          <a:ea typeface="+mn-ea"/>
          <a:cs typeface="+mn-cs"/>
        </a:defRPr>
      </a:lvl1pPr>
      <a:lvl2pPr marL="456555" algn="l" defTabSz="913176" rtl="0" eaLnBrk="1" latinLnBrk="0" hangingPunct="1">
        <a:defRPr sz="1900" kern="1200">
          <a:solidFill>
            <a:schemeClr val="tx1"/>
          </a:solidFill>
          <a:latin typeface="+mn-lt"/>
          <a:ea typeface="+mn-ea"/>
          <a:cs typeface="+mn-cs"/>
        </a:defRPr>
      </a:lvl2pPr>
      <a:lvl3pPr marL="913176" algn="l" defTabSz="913176" rtl="0" eaLnBrk="1" latinLnBrk="0" hangingPunct="1">
        <a:defRPr sz="1900" kern="1200">
          <a:solidFill>
            <a:schemeClr val="tx1"/>
          </a:solidFill>
          <a:latin typeface="+mn-lt"/>
          <a:ea typeface="+mn-ea"/>
          <a:cs typeface="+mn-cs"/>
        </a:defRPr>
      </a:lvl3pPr>
      <a:lvl4pPr marL="1369764" algn="l" defTabSz="913176" rtl="0" eaLnBrk="1" latinLnBrk="0" hangingPunct="1">
        <a:defRPr sz="1900" kern="1200">
          <a:solidFill>
            <a:schemeClr val="tx1"/>
          </a:solidFill>
          <a:latin typeface="+mn-lt"/>
          <a:ea typeface="+mn-ea"/>
          <a:cs typeface="+mn-cs"/>
        </a:defRPr>
      </a:lvl4pPr>
      <a:lvl5pPr marL="1826352" algn="l" defTabSz="913176" rtl="0" eaLnBrk="1" latinLnBrk="0" hangingPunct="1">
        <a:defRPr sz="1900" kern="1200">
          <a:solidFill>
            <a:schemeClr val="tx1"/>
          </a:solidFill>
          <a:latin typeface="+mn-lt"/>
          <a:ea typeface="+mn-ea"/>
          <a:cs typeface="+mn-cs"/>
        </a:defRPr>
      </a:lvl5pPr>
      <a:lvl6pPr marL="2282974" algn="l" defTabSz="913176" rtl="0" eaLnBrk="1" latinLnBrk="0" hangingPunct="1">
        <a:defRPr sz="1900" kern="1200">
          <a:solidFill>
            <a:schemeClr val="tx1"/>
          </a:solidFill>
          <a:latin typeface="+mn-lt"/>
          <a:ea typeface="+mn-ea"/>
          <a:cs typeface="+mn-cs"/>
        </a:defRPr>
      </a:lvl6pPr>
      <a:lvl7pPr marL="2739526" algn="l" defTabSz="913176" rtl="0" eaLnBrk="1" latinLnBrk="0" hangingPunct="1">
        <a:defRPr sz="1900" kern="1200">
          <a:solidFill>
            <a:schemeClr val="tx1"/>
          </a:solidFill>
          <a:latin typeface="+mn-lt"/>
          <a:ea typeface="+mn-ea"/>
          <a:cs typeface="+mn-cs"/>
        </a:defRPr>
      </a:lvl7pPr>
      <a:lvl8pPr marL="3196080" algn="l" defTabSz="913176" rtl="0" eaLnBrk="1" latinLnBrk="0" hangingPunct="1">
        <a:defRPr sz="1900" kern="1200">
          <a:solidFill>
            <a:schemeClr val="tx1"/>
          </a:solidFill>
          <a:latin typeface="+mn-lt"/>
          <a:ea typeface="+mn-ea"/>
          <a:cs typeface="+mn-cs"/>
        </a:defRPr>
      </a:lvl8pPr>
      <a:lvl9pPr marL="3652635" algn="l" defTabSz="913176"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BA78D-FF6E-21C4-859A-744509E29BAB}"/>
            </a:ext>
          </a:extLst>
        </p:cNvPr>
        <p:cNvGrpSpPr/>
        <p:nvPr/>
      </p:nvGrpSpPr>
      <p:grpSpPr>
        <a:xfrm>
          <a:off x="0" y="0"/>
          <a:ext cx="0" cy="0"/>
          <a:chOff x="0" y="0"/>
          <a:chExt cx="0" cy="0"/>
        </a:xfrm>
      </p:grpSpPr>
      <p:sp>
        <p:nvSpPr>
          <p:cNvPr id="56" name="矩形 55">
            <a:extLst>
              <a:ext uri="{FF2B5EF4-FFF2-40B4-BE49-F238E27FC236}">
                <a16:creationId xmlns:a16="http://schemas.microsoft.com/office/drawing/2014/main" id="{A1B9FEDE-A090-D50B-089F-3AD46AF249AA}"/>
              </a:ext>
            </a:extLst>
          </p:cNvPr>
          <p:cNvSpPr/>
          <p:nvPr/>
        </p:nvSpPr>
        <p:spPr>
          <a:xfrm>
            <a:off x="3559456" y="2412422"/>
            <a:ext cx="3594608" cy="338561"/>
          </a:xfrm>
          <a:prstGeom prst="rect">
            <a:avLst/>
          </a:prstGeom>
          <a:solidFill>
            <a:schemeClr val="bg1">
              <a:lumMod val="95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a:extLst>
              <a:ext uri="{FF2B5EF4-FFF2-40B4-BE49-F238E27FC236}">
                <a16:creationId xmlns:a16="http://schemas.microsoft.com/office/drawing/2014/main" id="{A4FA4A75-9EFD-4EB3-67E6-EE850E0AA409}"/>
              </a:ext>
            </a:extLst>
          </p:cNvPr>
          <p:cNvSpPr txBox="1">
            <a:spLocks/>
          </p:cNvSpPr>
          <p:nvPr/>
        </p:nvSpPr>
        <p:spPr>
          <a:xfrm>
            <a:off x="593754" y="697324"/>
            <a:ext cx="1027302" cy="553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latin typeface="微软雅黑" panose="020B0503020204020204" pitchFamily="34" charset="-122"/>
                <a:ea typeface="微软雅黑" panose="020B0503020204020204" pitchFamily="34" charset="-122"/>
              </a:rPr>
              <a:t>示例</a:t>
            </a:r>
          </a:p>
        </p:txBody>
      </p:sp>
      <p:sp>
        <p:nvSpPr>
          <p:cNvPr id="246" name="文本框 245">
            <a:extLst>
              <a:ext uri="{FF2B5EF4-FFF2-40B4-BE49-F238E27FC236}">
                <a16:creationId xmlns:a16="http://schemas.microsoft.com/office/drawing/2014/main" id="{7B2B4371-0A9A-0FCE-7F64-98F23150BD1E}"/>
              </a:ext>
            </a:extLst>
          </p:cNvPr>
          <p:cNvSpPr txBox="1"/>
          <p:nvPr/>
        </p:nvSpPr>
        <p:spPr>
          <a:xfrm>
            <a:off x="593754" y="1847451"/>
            <a:ext cx="2061433"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、单一职责集群：</a:t>
            </a:r>
          </a:p>
        </p:txBody>
      </p:sp>
      <p:sp>
        <p:nvSpPr>
          <p:cNvPr id="86" name="TextBox 154">
            <a:extLst>
              <a:ext uri="{FF2B5EF4-FFF2-40B4-BE49-F238E27FC236}">
                <a16:creationId xmlns:a16="http://schemas.microsoft.com/office/drawing/2014/main" id="{EA8D9DD3-B07E-161B-9CCE-D0C5350DAB84}"/>
              </a:ext>
            </a:extLst>
          </p:cNvPr>
          <p:cNvSpPr txBox="1"/>
          <p:nvPr/>
        </p:nvSpPr>
        <p:spPr>
          <a:xfrm>
            <a:off x="1619053" y="2591681"/>
            <a:ext cx="45549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2181</a:t>
            </a:r>
          </a:p>
        </p:txBody>
      </p:sp>
      <p:grpSp>
        <p:nvGrpSpPr>
          <p:cNvPr id="115" name="组合 114">
            <a:extLst>
              <a:ext uri="{FF2B5EF4-FFF2-40B4-BE49-F238E27FC236}">
                <a16:creationId xmlns:a16="http://schemas.microsoft.com/office/drawing/2014/main" id="{E84E5F45-B7DF-CDE8-6255-3EB01D2ED3D4}"/>
              </a:ext>
            </a:extLst>
          </p:cNvPr>
          <p:cNvGrpSpPr/>
          <p:nvPr/>
        </p:nvGrpSpPr>
        <p:grpSpPr>
          <a:xfrm>
            <a:off x="242745" y="3260371"/>
            <a:ext cx="1116120" cy="717474"/>
            <a:chOff x="6298159" y="363032"/>
            <a:chExt cx="1116120" cy="717474"/>
          </a:xfrm>
        </p:grpSpPr>
        <p:sp>
          <p:nvSpPr>
            <p:cNvPr id="116" name="矩形: 圆角 115">
              <a:extLst>
                <a:ext uri="{FF2B5EF4-FFF2-40B4-BE49-F238E27FC236}">
                  <a16:creationId xmlns:a16="http://schemas.microsoft.com/office/drawing/2014/main" id="{549BEC3E-DFD2-D298-2A91-524240CCC4C0}"/>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17" name="图片 116">
              <a:extLst>
                <a:ext uri="{FF2B5EF4-FFF2-40B4-BE49-F238E27FC236}">
                  <a16:creationId xmlns:a16="http://schemas.microsoft.com/office/drawing/2014/main" id="{DBAB97F9-57FC-DB35-3E0B-935CCA631156}"/>
                </a:ext>
              </a:extLst>
            </p:cNvPr>
            <p:cNvPicPr>
              <a:picLocks noChangeAspect="1"/>
            </p:cNvPicPr>
            <p:nvPr/>
          </p:nvPicPr>
          <p:blipFill>
            <a:blip r:embed="rId3"/>
            <a:stretch>
              <a:fillRect/>
            </a:stretch>
          </p:blipFill>
          <p:spPr>
            <a:xfrm>
              <a:off x="6298159" y="672702"/>
              <a:ext cx="407804" cy="407804"/>
            </a:xfrm>
            <a:prstGeom prst="rect">
              <a:avLst/>
            </a:prstGeom>
          </p:spPr>
        </p:pic>
        <p:sp>
          <p:nvSpPr>
            <p:cNvPr id="118" name="TextBox 154">
              <a:extLst>
                <a:ext uri="{FF2B5EF4-FFF2-40B4-BE49-F238E27FC236}">
                  <a16:creationId xmlns:a16="http://schemas.microsoft.com/office/drawing/2014/main" id="{DAD2886C-A579-459D-9984-5F841F515583}"/>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119" name="矩形 118">
              <a:extLst>
                <a:ext uri="{FF2B5EF4-FFF2-40B4-BE49-F238E27FC236}">
                  <a16:creationId xmlns:a16="http://schemas.microsoft.com/office/drawing/2014/main" id="{9A32E812-DD2F-3A15-C0B7-9A5E96F2E981}"/>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grpSp>
      <p:sp>
        <p:nvSpPr>
          <p:cNvPr id="131" name="矩形 130">
            <a:extLst>
              <a:ext uri="{FF2B5EF4-FFF2-40B4-BE49-F238E27FC236}">
                <a16:creationId xmlns:a16="http://schemas.microsoft.com/office/drawing/2014/main" id="{8047054D-032C-D5A7-A9A1-FE667A286A8B}"/>
              </a:ext>
            </a:extLst>
          </p:cNvPr>
          <p:cNvSpPr/>
          <p:nvPr/>
        </p:nvSpPr>
        <p:spPr>
          <a:xfrm>
            <a:off x="267893" y="3073432"/>
            <a:ext cx="2862029" cy="102760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0" name="组合 199">
            <a:extLst>
              <a:ext uri="{FF2B5EF4-FFF2-40B4-BE49-F238E27FC236}">
                <a16:creationId xmlns:a16="http://schemas.microsoft.com/office/drawing/2014/main" id="{7CC8E70E-2FD3-2D02-FA4A-39DB0A68B4AE}"/>
              </a:ext>
            </a:extLst>
          </p:cNvPr>
          <p:cNvGrpSpPr/>
          <p:nvPr/>
        </p:nvGrpSpPr>
        <p:grpSpPr>
          <a:xfrm>
            <a:off x="1189509" y="3274869"/>
            <a:ext cx="1116120" cy="717474"/>
            <a:chOff x="6298159" y="363032"/>
            <a:chExt cx="1116120" cy="717474"/>
          </a:xfrm>
        </p:grpSpPr>
        <p:sp>
          <p:nvSpPr>
            <p:cNvPr id="201" name="矩形: 圆角 200">
              <a:extLst>
                <a:ext uri="{FF2B5EF4-FFF2-40B4-BE49-F238E27FC236}">
                  <a16:creationId xmlns:a16="http://schemas.microsoft.com/office/drawing/2014/main" id="{7E1F2A22-C595-D827-0067-F2D3F27D8469}"/>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02" name="图片 201">
              <a:extLst>
                <a:ext uri="{FF2B5EF4-FFF2-40B4-BE49-F238E27FC236}">
                  <a16:creationId xmlns:a16="http://schemas.microsoft.com/office/drawing/2014/main" id="{6B3C8A0E-833C-371F-57D8-E522947020EC}"/>
                </a:ext>
              </a:extLst>
            </p:cNvPr>
            <p:cNvPicPr>
              <a:picLocks noChangeAspect="1"/>
            </p:cNvPicPr>
            <p:nvPr/>
          </p:nvPicPr>
          <p:blipFill>
            <a:blip r:embed="rId3"/>
            <a:stretch>
              <a:fillRect/>
            </a:stretch>
          </p:blipFill>
          <p:spPr>
            <a:xfrm>
              <a:off x="6298159" y="672702"/>
              <a:ext cx="407804" cy="407804"/>
            </a:xfrm>
            <a:prstGeom prst="rect">
              <a:avLst/>
            </a:prstGeom>
          </p:spPr>
        </p:pic>
        <p:sp>
          <p:nvSpPr>
            <p:cNvPr id="203" name="TextBox 154">
              <a:extLst>
                <a:ext uri="{FF2B5EF4-FFF2-40B4-BE49-F238E27FC236}">
                  <a16:creationId xmlns:a16="http://schemas.microsoft.com/office/drawing/2014/main" id="{BC5A1071-1842-0562-6C49-AA77934B6BC0}"/>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204" name="矩形 203">
              <a:extLst>
                <a:ext uri="{FF2B5EF4-FFF2-40B4-BE49-F238E27FC236}">
                  <a16:creationId xmlns:a16="http://schemas.microsoft.com/office/drawing/2014/main" id="{0D63EFBC-DA88-C9EB-8CC1-95CB83ED18DC}"/>
                </a:ext>
              </a:extLst>
            </p:cNvPr>
            <p:cNvSpPr/>
            <p:nvPr/>
          </p:nvSpPr>
          <p:spPr>
            <a:xfrm>
              <a:off x="6427525"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grpSp>
      <p:grpSp>
        <p:nvGrpSpPr>
          <p:cNvPr id="205" name="组合 204">
            <a:extLst>
              <a:ext uri="{FF2B5EF4-FFF2-40B4-BE49-F238E27FC236}">
                <a16:creationId xmlns:a16="http://schemas.microsoft.com/office/drawing/2014/main" id="{2FAF5370-4477-FEDA-FD2A-F98AACC444E5}"/>
              </a:ext>
            </a:extLst>
          </p:cNvPr>
          <p:cNvGrpSpPr/>
          <p:nvPr/>
        </p:nvGrpSpPr>
        <p:grpSpPr>
          <a:xfrm>
            <a:off x="2145976" y="3274869"/>
            <a:ext cx="1116120" cy="717474"/>
            <a:chOff x="6298159" y="363032"/>
            <a:chExt cx="1116120" cy="717474"/>
          </a:xfrm>
        </p:grpSpPr>
        <p:sp>
          <p:nvSpPr>
            <p:cNvPr id="206" name="矩形: 圆角 205">
              <a:extLst>
                <a:ext uri="{FF2B5EF4-FFF2-40B4-BE49-F238E27FC236}">
                  <a16:creationId xmlns:a16="http://schemas.microsoft.com/office/drawing/2014/main" id="{21A366EA-855B-A553-DA3E-2711E9193318}"/>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07" name="图片 206">
              <a:extLst>
                <a:ext uri="{FF2B5EF4-FFF2-40B4-BE49-F238E27FC236}">
                  <a16:creationId xmlns:a16="http://schemas.microsoft.com/office/drawing/2014/main" id="{2E080D24-BF34-A8EA-0959-F17A1B7627E9}"/>
                </a:ext>
              </a:extLst>
            </p:cNvPr>
            <p:cNvPicPr>
              <a:picLocks noChangeAspect="1"/>
            </p:cNvPicPr>
            <p:nvPr/>
          </p:nvPicPr>
          <p:blipFill>
            <a:blip r:embed="rId3"/>
            <a:stretch>
              <a:fillRect/>
            </a:stretch>
          </p:blipFill>
          <p:spPr>
            <a:xfrm>
              <a:off x="6298159" y="672702"/>
              <a:ext cx="407804" cy="407804"/>
            </a:xfrm>
            <a:prstGeom prst="rect">
              <a:avLst/>
            </a:prstGeom>
          </p:spPr>
        </p:pic>
        <p:sp>
          <p:nvSpPr>
            <p:cNvPr id="208" name="TextBox 154">
              <a:extLst>
                <a:ext uri="{FF2B5EF4-FFF2-40B4-BE49-F238E27FC236}">
                  <a16:creationId xmlns:a16="http://schemas.microsoft.com/office/drawing/2014/main" id="{53B4690E-24BD-3C05-8A28-4DE643812B2C}"/>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210" name="矩形 209">
              <a:extLst>
                <a:ext uri="{FF2B5EF4-FFF2-40B4-BE49-F238E27FC236}">
                  <a16:creationId xmlns:a16="http://schemas.microsoft.com/office/drawing/2014/main" id="{5C429409-F740-A74B-FD8A-BA4501607143}"/>
                </a:ext>
              </a:extLst>
            </p:cNvPr>
            <p:cNvSpPr/>
            <p:nvPr/>
          </p:nvSpPr>
          <p:spPr>
            <a:xfrm>
              <a:off x="6426790"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grpSp>
      <p:sp>
        <p:nvSpPr>
          <p:cNvPr id="343" name="TextBox 154">
            <a:extLst>
              <a:ext uri="{FF2B5EF4-FFF2-40B4-BE49-F238E27FC236}">
                <a16:creationId xmlns:a16="http://schemas.microsoft.com/office/drawing/2014/main" id="{5EE354FF-2F27-29CF-2D34-770E7D109D65}"/>
              </a:ext>
            </a:extLst>
          </p:cNvPr>
          <p:cNvSpPr txBox="1"/>
          <p:nvPr/>
        </p:nvSpPr>
        <p:spPr>
          <a:xfrm>
            <a:off x="893051" y="3031974"/>
            <a:ext cx="1845186"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1050" dirty="0">
                <a:solidFill>
                  <a:schemeClr val="tx1"/>
                </a:solidFill>
                <a:latin typeface="微软雅黑" panose="020B0503020204020204" pitchFamily="34" charset="-122"/>
                <a:ea typeface="微软雅黑" panose="020B0503020204020204" pitchFamily="34" charset="-122"/>
              </a:rPr>
              <a:t>Zookeeper</a:t>
            </a:r>
            <a:r>
              <a:rPr lang="zh-CN" altLang="en-US" sz="1050" dirty="0">
                <a:solidFill>
                  <a:schemeClr val="tx1"/>
                </a:solidFill>
                <a:latin typeface="微软雅黑" panose="020B0503020204020204" pitchFamily="34" charset="-122"/>
                <a:ea typeface="微软雅黑" panose="020B0503020204020204" pitchFamily="34" charset="-122"/>
              </a:rPr>
              <a:t>集群</a:t>
            </a: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434" name="Connector 96">
            <a:extLst>
              <a:ext uri="{FF2B5EF4-FFF2-40B4-BE49-F238E27FC236}">
                <a16:creationId xmlns:a16="http://schemas.microsoft.com/office/drawing/2014/main" id="{4C0F5F0A-8BBF-35C1-21BF-7BF4DBC4277E}"/>
              </a:ext>
            </a:extLst>
          </p:cNvPr>
          <p:cNvCxnSpPr>
            <a:cxnSpLocks/>
            <a:endCxn id="343" idx="0"/>
          </p:cNvCxnSpPr>
          <p:nvPr/>
        </p:nvCxnSpPr>
        <p:spPr>
          <a:xfrm>
            <a:off x="1813707" y="2245995"/>
            <a:ext cx="1937" cy="785979"/>
          </a:xfrm>
          <a:prstGeom prst="line">
            <a:avLst/>
          </a:prstGeom>
          <a:ln w="9525">
            <a:solidFill>
              <a:srgbClr val="4361EE"/>
            </a:solidFill>
            <a:tailEnd type="stealth"/>
          </a:ln>
        </p:spPr>
      </p:cxnSp>
      <p:sp>
        <p:nvSpPr>
          <p:cNvPr id="3" name="矩形 2">
            <a:extLst>
              <a:ext uri="{FF2B5EF4-FFF2-40B4-BE49-F238E27FC236}">
                <a16:creationId xmlns:a16="http://schemas.microsoft.com/office/drawing/2014/main" id="{52885930-5BA8-8A50-C9C8-1FC2AE4A4765}"/>
              </a:ext>
            </a:extLst>
          </p:cNvPr>
          <p:cNvSpPr/>
          <p:nvPr/>
        </p:nvSpPr>
        <p:spPr>
          <a:xfrm>
            <a:off x="3559456" y="3391042"/>
            <a:ext cx="3594608" cy="338561"/>
          </a:xfrm>
          <a:prstGeom prst="rect">
            <a:avLst/>
          </a:prstGeom>
          <a:solidFill>
            <a:schemeClr val="bg1">
              <a:lumMod val="95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18E7E49-92DC-4DE2-82D9-3CE9F21586B0}"/>
              </a:ext>
            </a:extLst>
          </p:cNvPr>
          <p:cNvSpPr/>
          <p:nvPr/>
        </p:nvSpPr>
        <p:spPr>
          <a:xfrm>
            <a:off x="3545795" y="2901310"/>
            <a:ext cx="3594609" cy="338561"/>
          </a:xfrm>
          <a:prstGeom prst="rect">
            <a:avLst/>
          </a:prstGeom>
          <a:solidFill>
            <a:schemeClr val="bg1">
              <a:lumMod val="95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655B06C4-5E01-3E3B-7193-8F64FD1D1035}"/>
              </a:ext>
            </a:extLst>
          </p:cNvPr>
          <p:cNvSpPr/>
          <p:nvPr/>
        </p:nvSpPr>
        <p:spPr>
          <a:xfrm>
            <a:off x="3449147" y="2189915"/>
            <a:ext cx="1165849" cy="1908000"/>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499D9D6B-1650-B160-596C-6E7BF46D155E}"/>
              </a:ext>
            </a:extLst>
          </p:cNvPr>
          <p:cNvSpPr/>
          <p:nvPr/>
        </p:nvSpPr>
        <p:spPr>
          <a:xfrm>
            <a:off x="3713562" y="3456322"/>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pic>
        <p:nvPicPr>
          <p:cNvPr id="48" name="图片 47">
            <a:extLst>
              <a:ext uri="{FF2B5EF4-FFF2-40B4-BE49-F238E27FC236}">
                <a16:creationId xmlns:a16="http://schemas.microsoft.com/office/drawing/2014/main" id="{7BD017E7-0E28-AF6F-9B91-56BB02558FA7}"/>
              </a:ext>
            </a:extLst>
          </p:cNvPr>
          <p:cNvPicPr>
            <a:picLocks noChangeAspect="1"/>
          </p:cNvPicPr>
          <p:nvPr/>
        </p:nvPicPr>
        <p:blipFill>
          <a:blip r:embed="rId3"/>
          <a:stretch>
            <a:fillRect/>
          </a:stretch>
        </p:blipFill>
        <p:spPr>
          <a:xfrm>
            <a:off x="3485588" y="3764412"/>
            <a:ext cx="407804" cy="407804"/>
          </a:xfrm>
          <a:prstGeom prst="rect">
            <a:avLst/>
          </a:prstGeom>
        </p:spPr>
      </p:pic>
      <p:sp>
        <p:nvSpPr>
          <p:cNvPr id="49" name="TextBox 154">
            <a:extLst>
              <a:ext uri="{FF2B5EF4-FFF2-40B4-BE49-F238E27FC236}">
                <a16:creationId xmlns:a16="http://schemas.microsoft.com/office/drawing/2014/main" id="{3956CC30-AE34-5B64-15C9-8A946F1567D3}"/>
              </a:ext>
            </a:extLst>
          </p:cNvPr>
          <p:cNvSpPr txBox="1"/>
          <p:nvPr/>
        </p:nvSpPr>
        <p:spPr>
          <a:xfrm>
            <a:off x="3846577" y="382234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51" name="矩形 50">
            <a:extLst>
              <a:ext uri="{FF2B5EF4-FFF2-40B4-BE49-F238E27FC236}">
                <a16:creationId xmlns:a16="http://schemas.microsoft.com/office/drawing/2014/main" id="{D01B5D8F-89B9-C502-006F-E3C216B13DCE}"/>
              </a:ext>
            </a:extLst>
          </p:cNvPr>
          <p:cNvSpPr/>
          <p:nvPr/>
        </p:nvSpPr>
        <p:spPr>
          <a:xfrm>
            <a:off x="3724799" y="2961021"/>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Redis</a:t>
            </a:r>
            <a:endParaRPr lang="zh-CN" altLang="en-US" sz="800" dirty="0">
              <a:latin typeface="微软雅黑" panose="020B0503020204020204" pitchFamily="34" charset="-122"/>
              <a:ea typeface="微软雅黑" panose="020B0503020204020204" pitchFamily="34" charset="-122"/>
            </a:endParaRPr>
          </a:p>
        </p:txBody>
      </p:sp>
      <p:sp>
        <p:nvSpPr>
          <p:cNvPr id="54" name="矩形 53">
            <a:extLst>
              <a:ext uri="{FF2B5EF4-FFF2-40B4-BE49-F238E27FC236}">
                <a16:creationId xmlns:a16="http://schemas.microsoft.com/office/drawing/2014/main" id="{D2A1326B-E5C2-C934-45B6-9972C3A3FB8B}"/>
              </a:ext>
            </a:extLst>
          </p:cNvPr>
          <p:cNvSpPr/>
          <p:nvPr/>
        </p:nvSpPr>
        <p:spPr>
          <a:xfrm>
            <a:off x="3733396" y="2483989"/>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RabbitMQ</a:t>
            </a:r>
            <a:endParaRPr lang="zh-CN" altLang="en-US" sz="800" dirty="0">
              <a:latin typeface="微软雅黑" panose="020B0503020204020204" pitchFamily="34" charset="-122"/>
              <a:ea typeface="微软雅黑" panose="020B0503020204020204" pitchFamily="34" charset="-122"/>
            </a:endParaRPr>
          </a:p>
        </p:txBody>
      </p:sp>
      <p:sp>
        <p:nvSpPr>
          <p:cNvPr id="58" name="矩形: 圆角 57">
            <a:extLst>
              <a:ext uri="{FF2B5EF4-FFF2-40B4-BE49-F238E27FC236}">
                <a16:creationId xmlns:a16="http://schemas.microsoft.com/office/drawing/2014/main" id="{D9C0C2E1-9693-EB85-8298-C72C740733B2}"/>
              </a:ext>
            </a:extLst>
          </p:cNvPr>
          <p:cNvSpPr/>
          <p:nvPr/>
        </p:nvSpPr>
        <p:spPr>
          <a:xfrm>
            <a:off x="4730688" y="2189146"/>
            <a:ext cx="1165849" cy="1908000"/>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DAC26E01-26BD-05BD-8F7D-3EC048A4EB82}"/>
              </a:ext>
            </a:extLst>
          </p:cNvPr>
          <p:cNvSpPr/>
          <p:nvPr/>
        </p:nvSpPr>
        <p:spPr>
          <a:xfrm>
            <a:off x="4995103" y="3455553"/>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pic>
        <p:nvPicPr>
          <p:cNvPr id="60" name="图片 59">
            <a:extLst>
              <a:ext uri="{FF2B5EF4-FFF2-40B4-BE49-F238E27FC236}">
                <a16:creationId xmlns:a16="http://schemas.microsoft.com/office/drawing/2014/main" id="{04D128E3-EB08-ED1E-7E9A-7ACB6610F891}"/>
              </a:ext>
            </a:extLst>
          </p:cNvPr>
          <p:cNvPicPr>
            <a:picLocks noChangeAspect="1"/>
          </p:cNvPicPr>
          <p:nvPr/>
        </p:nvPicPr>
        <p:blipFill>
          <a:blip r:embed="rId3"/>
          <a:stretch>
            <a:fillRect/>
          </a:stretch>
        </p:blipFill>
        <p:spPr>
          <a:xfrm>
            <a:off x="4767129" y="3763643"/>
            <a:ext cx="407804" cy="407804"/>
          </a:xfrm>
          <a:prstGeom prst="rect">
            <a:avLst/>
          </a:prstGeom>
        </p:spPr>
      </p:pic>
      <p:sp>
        <p:nvSpPr>
          <p:cNvPr id="61" name="TextBox 154">
            <a:extLst>
              <a:ext uri="{FF2B5EF4-FFF2-40B4-BE49-F238E27FC236}">
                <a16:creationId xmlns:a16="http://schemas.microsoft.com/office/drawing/2014/main" id="{F463F68A-2493-919B-59C4-089497D7A8CF}"/>
              </a:ext>
            </a:extLst>
          </p:cNvPr>
          <p:cNvSpPr txBox="1"/>
          <p:nvPr/>
        </p:nvSpPr>
        <p:spPr>
          <a:xfrm>
            <a:off x="5128118" y="3821578"/>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62" name="矩形 61">
            <a:extLst>
              <a:ext uri="{FF2B5EF4-FFF2-40B4-BE49-F238E27FC236}">
                <a16:creationId xmlns:a16="http://schemas.microsoft.com/office/drawing/2014/main" id="{CC141D56-D15E-81A2-A320-8A2A3E96C5B3}"/>
              </a:ext>
            </a:extLst>
          </p:cNvPr>
          <p:cNvSpPr/>
          <p:nvPr/>
        </p:nvSpPr>
        <p:spPr>
          <a:xfrm>
            <a:off x="5006340" y="2960252"/>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Redis</a:t>
            </a:r>
            <a:endParaRPr lang="zh-CN" altLang="en-US" sz="800" dirty="0">
              <a:latin typeface="微软雅黑" panose="020B0503020204020204" pitchFamily="34" charset="-122"/>
              <a:ea typeface="微软雅黑" panose="020B0503020204020204" pitchFamily="34" charset="-122"/>
            </a:endParaRPr>
          </a:p>
        </p:txBody>
      </p:sp>
      <p:sp>
        <p:nvSpPr>
          <p:cNvPr id="63" name="矩形 62">
            <a:extLst>
              <a:ext uri="{FF2B5EF4-FFF2-40B4-BE49-F238E27FC236}">
                <a16:creationId xmlns:a16="http://schemas.microsoft.com/office/drawing/2014/main" id="{3E37969C-91EE-2AEA-18DD-323413DC4B07}"/>
              </a:ext>
            </a:extLst>
          </p:cNvPr>
          <p:cNvSpPr/>
          <p:nvPr/>
        </p:nvSpPr>
        <p:spPr>
          <a:xfrm>
            <a:off x="5014937" y="2483220"/>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RabbitMQ</a:t>
            </a:r>
            <a:endParaRPr lang="zh-CN" altLang="en-US" sz="800" dirty="0">
              <a:latin typeface="微软雅黑" panose="020B0503020204020204" pitchFamily="34" charset="-122"/>
              <a:ea typeface="微软雅黑" panose="020B0503020204020204" pitchFamily="34" charset="-122"/>
            </a:endParaRPr>
          </a:p>
        </p:txBody>
      </p:sp>
      <p:sp>
        <p:nvSpPr>
          <p:cNvPr id="68" name="矩形: 圆角 67">
            <a:extLst>
              <a:ext uri="{FF2B5EF4-FFF2-40B4-BE49-F238E27FC236}">
                <a16:creationId xmlns:a16="http://schemas.microsoft.com/office/drawing/2014/main" id="{3376015D-00E3-7BF6-0FEB-A507D74D8E73}"/>
              </a:ext>
            </a:extLst>
          </p:cNvPr>
          <p:cNvSpPr/>
          <p:nvPr/>
        </p:nvSpPr>
        <p:spPr>
          <a:xfrm>
            <a:off x="6056849" y="2192869"/>
            <a:ext cx="1165849" cy="1908000"/>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28AA3278-F6BF-4315-E81A-3A017A3980E2}"/>
              </a:ext>
            </a:extLst>
          </p:cNvPr>
          <p:cNvSpPr/>
          <p:nvPr/>
        </p:nvSpPr>
        <p:spPr>
          <a:xfrm>
            <a:off x="6321264" y="3459276"/>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pic>
        <p:nvPicPr>
          <p:cNvPr id="76" name="图片 75">
            <a:extLst>
              <a:ext uri="{FF2B5EF4-FFF2-40B4-BE49-F238E27FC236}">
                <a16:creationId xmlns:a16="http://schemas.microsoft.com/office/drawing/2014/main" id="{BA216C8B-2B69-2C0F-701D-333ED1C85E8F}"/>
              </a:ext>
            </a:extLst>
          </p:cNvPr>
          <p:cNvPicPr>
            <a:picLocks noChangeAspect="1"/>
          </p:cNvPicPr>
          <p:nvPr/>
        </p:nvPicPr>
        <p:blipFill>
          <a:blip r:embed="rId3"/>
          <a:stretch>
            <a:fillRect/>
          </a:stretch>
        </p:blipFill>
        <p:spPr>
          <a:xfrm>
            <a:off x="6093290" y="3767366"/>
            <a:ext cx="407804" cy="407804"/>
          </a:xfrm>
          <a:prstGeom prst="rect">
            <a:avLst/>
          </a:prstGeom>
        </p:spPr>
      </p:pic>
      <p:sp>
        <p:nvSpPr>
          <p:cNvPr id="77" name="TextBox 154">
            <a:extLst>
              <a:ext uri="{FF2B5EF4-FFF2-40B4-BE49-F238E27FC236}">
                <a16:creationId xmlns:a16="http://schemas.microsoft.com/office/drawing/2014/main" id="{5749CF75-7EBB-245A-F399-6381FB18721C}"/>
              </a:ext>
            </a:extLst>
          </p:cNvPr>
          <p:cNvSpPr txBox="1"/>
          <p:nvPr/>
        </p:nvSpPr>
        <p:spPr>
          <a:xfrm>
            <a:off x="6454279" y="3825301"/>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79" name="矩形 78">
            <a:extLst>
              <a:ext uri="{FF2B5EF4-FFF2-40B4-BE49-F238E27FC236}">
                <a16:creationId xmlns:a16="http://schemas.microsoft.com/office/drawing/2014/main" id="{57C91AD9-C81F-B283-25CC-8F81D87E5B96}"/>
              </a:ext>
            </a:extLst>
          </p:cNvPr>
          <p:cNvSpPr/>
          <p:nvPr/>
        </p:nvSpPr>
        <p:spPr>
          <a:xfrm>
            <a:off x="6332501" y="2963975"/>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Redis</a:t>
            </a:r>
            <a:endParaRPr lang="zh-CN" altLang="en-US" sz="800" dirty="0">
              <a:latin typeface="微软雅黑" panose="020B0503020204020204" pitchFamily="34" charset="-122"/>
              <a:ea typeface="微软雅黑" panose="020B0503020204020204" pitchFamily="34" charset="-122"/>
            </a:endParaRPr>
          </a:p>
        </p:txBody>
      </p:sp>
      <p:sp>
        <p:nvSpPr>
          <p:cNvPr id="80" name="矩形 79">
            <a:extLst>
              <a:ext uri="{FF2B5EF4-FFF2-40B4-BE49-F238E27FC236}">
                <a16:creationId xmlns:a16="http://schemas.microsoft.com/office/drawing/2014/main" id="{60BA6BDE-CDA1-1836-85BF-879113F18969}"/>
              </a:ext>
            </a:extLst>
          </p:cNvPr>
          <p:cNvSpPr/>
          <p:nvPr/>
        </p:nvSpPr>
        <p:spPr>
          <a:xfrm>
            <a:off x="6341098" y="2486943"/>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RabbitMQ</a:t>
            </a:r>
            <a:endParaRPr lang="zh-CN" altLang="en-US" sz="800" dirty="0">
              <a:latin typeface="微软雅黑" panose="020B0503020204020204" pitchFamily="34" charset="-122"/>
              <a:ea typeface="微软雅黑" panose="020B0503020204020204" pitchFamily="34" charset="-122"/>
            </a:endParaRPr>
          </a:p>
        </p:txBody>
      </p:sp>
      <p:sp>
        <p:nvSpPr>
          <p:cNvPr id="84" name="文本框 83">
            <a:extLst>
              <a:ext uri="{FF2B5EF4-FFF2-40B4-BE49-F238E27FC236}">
                <a16:creationId xmlns:a16="http://schemas.microsoft.com/office/drawing/2014/main" id="{2063E8A5-07C7-0246-3C3D-00D751EFD2F0}"/>
              </a:ext>
            </a:extLst>
          </p:cNvPr>
          <p:cNvSpPr txBox="1"/>
          <p:nvPr/>
        </p:nvSpPr>
        <p:spPr>
          <a:xfrm>
            <a:off x="3461140" y="1751423"/>
            <a:ext cx="631031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、中间件（</a:t>
            </a:r>
            <a:r>
              <a:rPr lang="en-US" altLang="zh-CN" sz="1600" dirty="0" err="1">
                <a:latin typeface="微软雅黑" panose="020B0503020204020204" pitchFamily="34" charset="-122"/>
                <a:ea typeface="微软雅黑" panose="020B0503020204020204" pitchFamily="34" charset="-122"/>
              </a:rPr>
              <a:t>redis</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rabbitmq</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zookeeper</a:t>
            </a:r>
            <a:r>
              <a:rPr lang="zh-CN" altLang="en-US" sz="1600" dirty="0">
                <a:latin typeface="微软雅黑" panose="020B0503020204020204" pitchFamily="34" charset="-122"/>
                <a:ea typeface="微软雅黑" panose="020B0503020204020204" pitchFamily="34" charset="-122"/>
              </a:rPr>
              <a:t>等）共用服务器集群：</a:t>
            </a:r>
          </a:p>
        </p:txBody>
      </p:sp>
      <p:grpSp>
        <p:nvGrpSpPr>
          <p:cNvPr id="87" name="组合 86">
            <a:extLst>
              <a:ext uri="{FF2B5EF4-FFF2-40B4-BE49-F238E27FC236}">
                <a16:creationId xmlns:a16="http://schemas.microsoft.com/office/drawing/2014/main" id="{13A612A5-30E9-7BB4-8F1A-418B0B9064ED}"/>
              </a:ext>
            </a:extLst>
          </p:cNvPr>
          <p:cNvGrpSpPr/>
          <p:nvPr/>
        </p:nvGrpSpPr>
        <p:grpSpPr>
          <a:xfrm>
            <a:off x="3339515" y="5353887"/>
            <a:ext cx="1974097" cy="784113"/>
            <a:chOff x="6964840" y="5770428"/>
            <a:chExt cx="1974097" cy="784113"/>
          </a:xfrm>
        </p:grpSpPr>
        <p:sp>
          <p:nvSpPr>
            <p:cNvPr id="89" name="矩形: 圆角 88">
              <a:extLst>
                <a:ext uri="{FF2B5EF4-FFF2-40B4-BE49-F238E27FC236}">
                  <a16:creationId xmlns:a16="http://schemas.microsoft.com/office/drawing/2014/main" id="{2DA5C0C4-4DB3-19FD-CFE4-A6EAB87FE2C5}"/>
                </a:ext>
              </a:extLst>
            </p:cNvPr>
            <p:cNvSpPr/>
            <p:nvPr/>
          </p:nvSpPr>
          <p:spPr>
            <a:xfrm>
              <a:off x="7095649" y="5770428"/>
              <a:ext cx="1843288" cy="784113"/>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0" name="图片 89">
              <a:extLst>
                <a:ext uri="{FF2B5EF4-FFF2-40B4-BE49-F238E27FC236}">
                  <a16:creationId xmlns:a16="http://schemas.microsoft.com/office/drawing/2014/main" id="{AB428C40-DBBF-ECAE-EF9E-6EE8D776E5DA}"/>
                </a:ext>
              </a:extLst>
            </p:cNvPr>
            <p:cNvPicPr>
              <a:picLocks noChangeAspect="1"/>
            </p:cNvPicPr>
            <p:nvPr/>
          </p:nvPicPr>
          <p:blipFill>
            <a:blip r:embed="rId3"/>
            <a:stretch>
              <a:fillRect/>
            </a:stretch>
          </p:blipFill>
          <p:spPr>
            <a:xfrm>
              <a:off x="7080148" y="6115769"/>
              <a:ext cx="407804" cy="407804"/>
            </a:xfrm>
            <a:prstGeom prst="rect">
              <a:avLst/>
            </a:prstGeom>
          </p:spPr>
        </p:pic>
        <p:sp>
          <p:nvSpPr>
            <p:cNvPr id="91" name="TextBox 154">
              <a:extLst>
                <a:ext uri="{FF2B5EF4-FFF2-40B4-BE49-F238E27FC236}">
                  <a16:creationId xmlns:a16="http://schemas.microsoft.com/office/drawing/2014/main" id="{8B1BF236-AE0D-65CA-A3A6-6EF8A4C75E54}"/>
                </a:ext>
              </a:extLst>
            </p:cNvPr>
            <p:cNvSpPr txBox="1"/>
            <p:nvPr/>
          </p:nvSpPr>
          <p:spPr>
            <a:xfrm>
              <a:off x="7343991" y="6179334"/>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92" name="矩形 91">
              <a:extLst>
                <a:ext uri="{FF2B5EF4-FFF2-40B4-BE49-F238E27FC236}">
                  <a16:creationId xmlns:a16="http://schemas.microsoft.com/office/drawing/2014/main" id="{C406A5F9-F923-B20E-C945-8E2E917764AE}"/>
                </a:ext>
              </a:extLst>
            </p:cNvPr>
            <p:cNvSpPr/>
            <p:nvPr/>
          </p:nvSpPr>
          <p:spPr>
            <a:xfrm>
              <a:off x="8085841" y="5807235"/>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err="1">
                  <a:solidFill>
                    <a:schemeClr val="bg1"/>
                  </a:solidFill>
                  <a:latin typeface="微软雅黑" panose="020B0503020204020204" pitchFamily="34" charset="-122"/>
                  <a:ea typeface="微软雅黑" panose="020B0503020204020204" pitchFamily="34" charset="-122"/>
                </a:rPr>
                <a:t>redis</a:t>
              </a:r>
              <a:endParaRPr lang="en-US" altLang="zh-CN" sz="800" dirty="0">
                <a:solidFill>
                  <a:schemeClr val="bg1"/>
                </a:solidFill>
                <a:latin typeface="微软雅黑" panose="020B0503020204020204" pitchFamily="34" charset="-122"/>
                <a:ea typeface="微软雅黑" panose="020B0503020204020204" pitchFamily="34" charset="-122"/>
              </a:endParaRPr>
            </a:p>
          </p:txBody>
        </p:sp>
        <p:sp>
          <p:nvSpPr>
            <p:cNvPr id="93" name="TextBox 154">
              <a:extLst>
                <a:ext uri="{FF2B5EF4-FFF2-40B4-BE49-F238E27FC236}">
                  <a16:creationId xmlns:a16="http://schemas.microsoft.com/office/drawing/2014/main" id="{8B88F6F9-9D55-6A1C-C84E-22EDD8967982}"/>
                </a:ext>
              </a:extLst>
            </p:cNvPr>
            <p:cNvSpPr txBox="1"/>
            <p:nvPr/>
          </p:nvSpPr>
          <p:spPr>
            <a:xfrm>
              <a:off x="6964840" y="5770428"/>
              <a:ext cx="1212829"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gn="ctr">
                <a:lnSpc>
                  <a:spcPct val="100000"/>
                </a:lnSpc>
              </a:pPr>
              <a:r>
                <a:rPr lang="zh-CN" altLang="en-US" sz="1050" dirty="0">
                  <a:solidFill>
                    <a:schemeClr val="tx1"/>
                  </a:solidFill>
                  <a:latin typeface="微软雅黑" panose="020B0503020204020204" pitchFamily="34" charset="-122"/>
                  <a:ea typeface="微软雅黑" panose="020B0503020204020204" pitchFamily="34" charset="-122"/>
                </a:rPr>
                <a:t>中间件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4" name="矩形 93">
              <a:extLst>
                <a:ext uri="{FF2B5EF4-FFF2-40B4-BE49-F238E27FC236}">
                  <a16:creationId xmlns:a16="http://schemas.microsoft.com/office/drawing/2014/main" id="{3DE6DC9B-1E2D-C3D8-9B2A-6C06D2FC3F1E}"/>
                </a:ext>
              </a:extLst>
            </p:cNvPr>
            <p:cNvSpPr/>
            <p:nvPr/>
          </p:nvSpPr>
          <p:spPr>
            <a:xfrm>
              <a:off x="8088764" y="605384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solidFill>
                    <a:schemeClr val="bg1"/>
                  </a:solidFill>
                  <a:latin typeface="微软雅黑" panose="020B0503020204020204" pitchFamily="34" charset="-122"/>
                  <a:ea typeface="微软雅黑" panose="020B0503020204020204" pitchFamily="34" charset="-122"/>
                </a:rPr>
                <a:t>zookeeper</a:t>
              </a:r>
            </a:p>
          </p:txBody>
        </p:sp>
        <p:sp>
          <p:nvSpPr>
            <p:cNvPr id="96" name="矩形 95">
              <a:extLst>
                <a:ext uri="{FF2B5EF4-FFF2-40B4-BE49-F238E27FC236}">
                  <a16:creationId xmlns:a16="http://schemas.microsoft.com/office/drawing/2014/main" id="{A5A3AE55-78F9-76B1-337D-048A211D8ECF}"/>
                </a:ext>
              </a:extLst>
            </p:cNvPr>
            <p:cNvSpPr/>
            <p:nvPr/>
          </p:nvSpPr>
          <p:spPr>
            <a:xfrm>
              <a:off x="8085841" y="6294650"/>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solidFill>
                    <a:schemeClr val="bg1"/>
                  </a:solidFill>
                  <a:latin typeface="微软雅黑" panose="020B0503020204020204" pitchFamily="34" charset="-122"/>
                  <a:ea typeface="微软雅黑" panose="020B0503020204020204" pitchFamily="34" charset="-122"/>
                </a:rPr>
                <a:t>RabbitMQ</a:t>
              </a:r>
            </a:p>
          </p:txBody>
        </p:sp>
      </p:grpSp>
      <p:sp>
        <p:nvSpPr>
          <p:cNvPr id="97" name="文本框 96">
            <a:extLst>
              <a:ext uri="{FF2B5EF4-FFF2-40B4-BE49-F238E27FC236}">
                <a16:creationId xmlns:a16="http://schemas.microsoft.com/office/drawing/2014/main" id="{49403179-7ABA-BF84-A41D-8A5C0EEA464B}"/>
              </a:ext>
            </a:extLst>
          </p:cNvPr>
          <p:cNvSpPr txBox="1"/>
          <p:nvPr/>
        </p:nvSpPr>
        <p:spPr>
          <a:xfrm>
            <a:off x="3470324" y="4891269"/>
            <a:ext cx="631031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、中间件（</a:t>
            </a:r>
            <a:r>
              <a:rPr lang="en-US" altLang="zh-CN" sz="1600" dirty="0" err="1">
                <a:latin typeface="微软雅黑" panose="020B0503020204020204" pitchFamily="34" charset="-122"/>
                <a:ea typeface="微软雅黑" panose="020B0503020204020204" pitchFamily="34" charset="-122"/>
              </a:rPr>
              <a:t>redis</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rabbitmq</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zookeeper</a:t>
            </a:r>
            <a:r>
              <a:rPr lang="zh-CN" altLang="en-US" sz="1600" dirty="0">
                <a:latin typeface="微软雅黑" panose="020B0503020204020204" pitchFamily="34" charset="-122"/>
                <a:ea typeface="微软雅黑" panose="020B0503020204020204" pitchFamily="34" charset="-122"/>
              </a:rPr>
              <a:t>等）共用服务器单机</a:t>
            </a:r>
          </a:p>
        </p:txBody>
      </p:sp>
    </p:spTree>
    <p:extLst>
      <p:ext uri="{BB962C8B-B14F-4D97-AF65-F5344CB8AC3E}">
        <p14:creationId xmlns:p14="http://schemas.microsoft.com/office/powerpoint/2010/main" val="193770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A4E5B-77C8-5075-3D0A-B0E0B8EA614E}"/>
            </a:ext>
          </a:extLst>
        </p:cNvPr>
        <p:cNvGrpSpPr/>
        <p:nvPr/>
      </p:nvGrpSpPr>
      <p:grpSpPr>
        <a:xfrm>
          <a:off x="0" y="0"/>
          <a:ext cx="0" cy="0"/>
          <a:chOff x="0" y="0"/>
          <a:chExt cx="0" cy="0"/>
        </a:xfrm>
      </p:grpSpPr>
      <p:sp>
        <p:nvSpPr>
          <p:cNvPr id="429" name="矩形 428">
            <a:extLst>
              <a:ext uri="{FF2B5EF4-FFF2-40B4-BE49-F238E27FC236}">
                <a16:creationId xmlns:a16="http://schemas.microsoft.com/office/drawing/2014/main" id="{4A097653-F1AB-620B-542E-6D0E64E5DA03}"/>
              </a:ext>
            </a:extLst>
          </p:cNvPr>
          <p:cNvSpPr/>
          <p:nvPr/>
        </p:nvSpPr>
        <p:spPr>
          <a:xfrm>
            <a:off x="4580892" y="2288033"/>
            <a:ext cx="4127797" cy="963794"/>
          </a:xfrm>
          <a:prstGeom prst="rect">
            <a:avLst/>
          </a:prstGeom>
          <a:solidFill>
            <a:srgbClr val="00B3C4">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BD7EADC8-061C-0E7E-9983-84451FC04E3A}"/>
              </a:ext>
            </a:extLst>
          </p:cNvPr>
          <p:cNvSpPr/>
          <p:nvPr/>
        </p:nvSpPr>
        <p:spPr>
          <a:xfrm>
            <a:off x="4140760" y="677595"/>
            <a:ext cx="1698950" cy="809898"/>
          </a:xfrm>
          <a:prstGeom prst="roundRect">
            <a:avLst/>
          </a:prstGeom>
          <a:solidFill>
            <a:srgbClr val="00B9EF">
              <a:alpha val="20000"/>
            </a:srgbClr>
          </a:solid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a:extLst>
              <a:ext uri="{FF2B5EF4-FFF2-40B4-BE49-F238E27FC236}">
                <a16:creationId xmlns:a16="http://schemas.microsoft.com/office/drawing/2014/main" id="{F31F5C78-F881-3D37-0FF2-A60876BF5AB8}"/>
              </a:ext>
            </a:extLst>
          </p:cNvPr>
          <p:cNvSpPr txBox="1">
            <a:spLocks/>
          </p:cNvSpPr>
          <p:nvPr/>
        </p:nvSpPr>
        <p:spPr>
          <a:xfrm>
            <a:off x="4974969" y="-18050"/>
            <a:ext cx="2968810" cy="553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latin typeface="微软雅黑" panose="020B0503020204020204" pitchFamily="34" charset="-122"/>
                <a:ea typeface="微软雅黑" panose="020B0503020204020204" pitchFamily="34" charset="-122"/>
              </a:rPr>
              <a:t>生产环境部署图</a:t>
            </a:r>
          </a:p>
        </p:txBody>
      </p:sp>
      <p:sp>
        <p:nvSpPr>
          <p:cNvPr id="31" name="TextBox 154">
            <a:extLst>
              <a:ext uri="{FF2B5EF4-FFF2-40B4-BE49-F238E27FC236}">
                <a16:creationId xmlns:a16="http://schemas.microsoft.com/office/drawing/2014/main" id="{4F22A1D4-CCDD-24C6-944E-F5D86B5F7A0A}"/>
              </a:ext>
            </a:extLst>
          </p:cNvPr>
          <p:cNvSpPr txBox="1"/>
          <p:nvPr/>
        </p:nvSpPr>
        <p:spPr>
          <a:xfrm>
            <a:off x="5798011" y="1973804"/>
            <a:ext cx="1668961"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dirty="0">
                <a:solidFill>
                  <a:schemeClr val="tx1"/>
                </a:solidFill>
                <a:latin typeface="微软雅黑" panose="020B0503020204020204" pitchFamily="34" charset="-122"/>
                <a:ea typeface="微软雅黑" panose="020B0503020204020204" pitchFamily="34" charset="-122"/>
              </a:rPr>
              <a:t>K8S</a:t>
            </a:r>
            <a:r>
              <a:rPr lang="zh-CN" altLang="en-US" sz="1050" dirty="0">
                <a:solidFill>
                  <a:schemeClr val="tx1"/>
                </a:solidFill>
                <a:latin typeface="微软雅黑" panose="020B0503020204020204" pitchFamily="34" charset="-122"/>
                <a:ea typeface="微软雅黑" panose="020B0503020204020204" pitchFamily="34" charset="-122"/>
              </a:rPr>
              <a:t>容器集群</a:t>
            </a:r>
            <a:r>
              <a:rPr lang="en-US" altLang="zh-CN" sz="1050" dirty="0">
                <a:solidFill>
                  <a:schemeClr val="tx1"/>
                </a:solidFill>
                <a:latin typeface="微软雅黑" panose="020B0503020204020204" pitchFamily="34" charset="-122"/>
                <a:ea typeface="微软雅黑" panose="020B0503020204020204" pitchFamily="34" charset="-122"/>
              </a:rPr>
              <a:t>(5</a:t>
            </a:r>
            <a:r>
              <a:rPr lang="zh-CN" altLang="en-US" sz="1050" dirty="0">
                <a:solidFill>
                  <a:schemeClr val="tx1"/>
                </a:solidFill>
                <a:latin typeface="微软雅黑" panose="020B0503020204020204" pitchFamily="34" charset="-122"/>
                <a:ea typeface="微软雅黑" panose="020B0503020204020204" pitchFamily="34" charset="-122"/>
              </a:rPr>
              <a:t>节点）</a:t>
            </a:r>
          </a:p>
        </p:txBody>
      </p:sp>
      <p:sp>
        <p:nvSpPr>
          <p:cNvPr id="71" name="TextBox 154">
            <a:extLst>
              <a:ext uri="{FF2B5EF4-FFF2-40B4-BE49-F238E27FC236}">
                <a16:creationId xmlns:a16="http://schemas.microsoft.com/office/drawing/2014/main" id="{F312831F-F201-0D25-87D5-8AD3F09AF931}"/>
              </a:ext>
            </a:extLst>
          </p:cNvPr>
          <p:cNvSpPr txBox="1"/>
          <p:nvPr/>
        </p:nvSpPr>
        <p:spPr>
          <a:xfrm>
            <a:off x="7109020" y="4502295"/>
            <a:ext cx="1845186"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1050" dirty="0">
                <a:solidFill>
                  <a:schemeClr val="tx1"/>
                </a:solidFill>
                <a:latin typeface="微软雅黑" panose="020B0503020204020204" pitchFamily="34" charset="-122"/>
                <a:ea typeface="微软雅黑" panose="020B0503020204020204" pitchFamily="34" charset="-122"/>
              </a:rPr>
              <a:t>Redis</a:t>
            </a:r>
            <a:r>
              <a:rPr lang="zh-CN" altLang="en-US" sz="1050" dirty="0">
                <a:solidFill>
                  <a:schemeClr val="tx1"/>
                </a:solidFill>
                <a:latin typeface="微软雅黑" panose="020B0503020204020204" pitchFamily="34" charset="-122"/>
                <a:ea typeface="微软雅黑" panose="020B0503020204020204" pitchFamily="34" charset="-122"/>
              </a:rPr>
              <a:t>集群</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会话</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数据</a:t>
            </a:r>
            <a:r>
              <a:rPr lang="en-US" altLang="zh-CN" dirty="0">
                <a:solidFill>
                  <a:schemeClr val="tx1"/>
                </a:solidFill>
                <a:latin typeface="微软雅黑" panose="020B0503020204020204" pitchFamily="34" charset="-122"/>
                <a:ea typeface="微软雅黑" panose="020B0503020204020204" pitchFamily="34" charset="-122"/>
              </a:rPr>
              <a:t>|algo)</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8" name="TextBox 154">
            <a:extLst>
              <a:ext uri="{FF2B5EF4-FFF2-40B4-BE49-F238E27FC236}">
                <a16:creationId xmlns:a16="http://schemas.microsoft.com/office/drawing/2014/main" id="{EFFFD68E-9CEB-7F55-D1DC-11890B3B9442}"/>
              </a:ext>
            </a:extLst>
          </p:cNvPr>
          <p:cNvSpPr txBox="1"/>
          <p:nvPr/>
        </p:nvSpPr>
        <p:spPr>
          <a:xfrm>
            <a:off x="4415519" y="686058"/>
            <a:ext cx="1485503"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dirty="0" err="1">
                <a:solidFill>
                  <a:schemeClr val="tx1"/>
                </a:solidFill>
                <a:latin typeface="微软雅黑" panose="020B0503020204020204" pitchFamily="34" charset="-122"/>
                <a:ea typeface="微软雅黑" panose="020B0503020204020204" pitchFamily="34" charset="-122"/>
              </a:rPr>
              <a:t>gPaaS</a:t>
            </a:r>
            <a:r>
              <a:rPr lang="zh-CN" altLang="en-US" sz="1050" dirty="0">
                <a:solidFill>
                  <a:schemeClr val="tx1"/>
                </a:solidFill>
                <a:latin typeface="微软雅黑" panose="020B0503020204020204" pitchFamily="34" charset="-122"/>
                <a:ea typeface="微软雅黑" panose="020B0503020204020204" pitchFamily="34" charset="-122"/>
              </a:rPr>
              <a:t>平台管理</a:t>
            </a:r>
          </a:p>
        </p:txBody>
      </p:sp>
      <p:cxnSp>
        <p:nvCxnSpPr>
          <p:cNvPr id="85" name="直接连接符 84">
            <a:extLst>
              <a:ext uri="{FF2B5EF4-FFF2-40B4-BE49-F238E27FC236}">
                <a16:creationId xmlns:a16="http://schemas.microsoft.com/office/drawing/2014/main" id="{F1E22F2F-AA35-3399-DAEF-4F85229EBC71}"/>
              </a:ext>
            </a:extLst>
          </p:cNvPr>
          <p:cNvCxnSpPr>
            <a:cxnSpLocks/>
          </p:cNvCxnSpPr>
          <p:nvPr/>
        </p:nvCxnSpPr>
        <p:spPr>
          <a:xfrm flipH="1">
            <a:off x="1519412" y="649846"/>
            <a:ext cx="44577" cy="5810995"/>
          </a:xfrm>
          <a:prstGeom prst="line">
            <a:avLst/>
          </a:prstGeom>
          <a:ln w="1587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88" name="Straight Connector 35">
            <a:extLst>
              <a:ext uri="{FF2B5EF4-FFF2-40B4-BE49-F238E27FC236}">
                <a16:creationId xmlns:a16="http://schemas.microsoft.com/office/drawing/2014/main" id="{F13DB25C-6D4B-AD3A-3DEC-7DA41681D90F}"/>
              </a:ext>
            </a:extLst>
          </p:cNvPr>
          <p:cNvCxnSpPr>
            <a:cxnSpLocks/>
          </p:cNvCxnSpPr>
          <p:nvPr/>
        </p:nvCxnSpPr>
        <p:spPr>
          <a:xfrm flipH="1" flipV="1">
            <a:off x="815458" y="2785210"/>
            <a:ext cx="1009525" cy="3956"/>
          </a:xfrm>
          <a:prstGeom prst="line">
            <a:avLst/>
          </a:prstGeom>
          <a:ln w="12700">
            <a:solidFill>
              <a:srgbClr val="C270AA"/>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95" name="Straight Connector 35">
            <a:extLst>
              <a:ext uri="{FF2B5EF4-FFF2-40B4-BE49-F238E27FC236}">
                <a16:creationId xmlns:a16="http://schemas.microsoft.com/office/drawing/2014/main" id="{554E8BD3-F00F-0424-481C-D7835AE48BCE}"/>
              </a:ext>
            </a:extLst>
          </p:cNvPr>
          <p:cNvCxnSpPr>
            <a:cxnSpLocks/>
            <a:stCxn id="53" idx="1"/>
            <a:endCxn id="32" idx="3"/>
          </p:cNvCxnSpPr>
          <p:nvPr/>
        </p:nvCxnSpPr>
        <p:spPr>
          <a:xfrm flipH="1">
            <a:off x="2237579" y="2422522"/>
            <a:ext cx="628796" cy="402930"/>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98" name="Straight Connector 35">
            <a:extLst>
              <a:ext uri="{FF2B5EF4-FFF2-40B4-BE49-F238E27FC236}">
                <a16:creationId xmlns:a16="http://schemas.microsoft.com/office/drawing/2014/main" id="{F0D2B143-4B03-E20D-CACC-B0C01D2E8B7C}"/>
              </a:ext>
            </a:extLst>
          </p:cNvPr>
          <p:cNvCxnSpPr>
            <a:cxnSpLocks/>
            <a:endCxn id="32" idx="3"/>
          </p:cNvCxnSpPr>
          <p:nvPr/>
        </p:nvCxnSpPr>
        <p:spPr>
          <a:xfrm flipH="1" flipV="1">
            <a:off x="2237579" y="2825452"/>
            <a:ext cx="627735" cy="496921"/>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37" name="TextBox 154">
            <a:extLst>
              <a:ext uri="{FF2B5EF4-FFF2-40B4-BE49-F238E27FC236}">
                <a16:creationId xmlns:a16="http://schemas.microsoft.com/office/drawing/2014/main" id="{FBD5CE2D-F00A-D3C4-D9C7-84883323DA0D}"/>
              </a:ext>
            </a:extLst>
          </p:cNvPr>
          <p:cNvSpPr txBox="1"/>
          <p:nvPr/>
        </p:nvSpPr>
        <p:spPr>
          <a:xfrm>
            <a:off x="6112810" y="690757"/>
            <a:ext cx="1927947"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50" b="0">
                <a:solidFill>
                  <a:schemeClr val="tx1"/>
                </a:solidFill>
                <a:latin typeface="微软雅黑" panose="020B0503020204020204" pitchFamily="34" charset="-122"/>
                <a:ea typeface="微软雅黑" panose="020B0503020204020204" pitchFamily="34" charset="-122"/>
              </a:rPr>
              <a:t>附件预览</a:t>
            </a:r>
            <a:r>
              <a:rPr lang="en-US" altLang="zh-CN" sz="1050" b="0">
                <a:solidFill>
                  <a:schemeClr val="tx1"/>
                </a:solidFill>
                <a:latin typeface="微软雅黑" panose="020B0503020204020204" pitchFamily="34" charset="-122"/>
                <a:ea typeface="微软雅黑" panose="020B0503020204020204" pitchFamily="34" charset="-122"/>
              </a:rPr>
              <a:t>(windows)</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43" name="TextBox 154">
            <a:extLst>
              <a:ext uri="{FF2B5EF4-FFF2-40B4-BE49-F238E27FC236}">
                <a16:creationId xmlns:a16="http://schemas.microsoft.com/office/drawing/2014/main" id="{08248498-CCE5-6097-E262-E92FB680F2F4}"/>
              </a:ext>
            </a:extLst>
          </p:cNvPr>
          <p:cNvSpPr txBox="1"/>
          <p:nvPr/>
        </p:nvSpPr>
        <p:spPr>
          <a:xfrm>
            <a:off x="10377625" y="4461624"/>
            <a:ext cx="1250317"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50" b="0" dirty="0">
                <a:solidFill>
                  <a:schemeClr val="tx1"/>
                </a:solidFill>
                <a:latin typeface="微软雅黑" panose="020B0503020204020204" pitchFamily="34" charset="-122"/>
                <a:ea typeface="微软雅黑" panose="020B0503020204020204" pitchFamily="34" charset="-122"/>
              </a:rPr>
              <a:t>多维数据库集群</a:t>
            </a:r>
          </a:p>
        </p:txBody>
      </p:sp>
      <p:cxnSp>
        <p:nvCxnSpPr>
          <p:cNvPr id="144" name="Straight Connector 35">
            <a:extLst>
              <a:ext uri="{FF2B5EF4-FFF2-40B4-BE49-F238E27FC236}">
                <a16:creationId xmlns:a16="http://schemas.microsoft.com/office/drawing/2014/main" id="{64546707-6B2E-FA1B-137C-3DB92816F2CC}"/>
              </a:ext>
            </a:extLst>
          </p:cNvPr>
          <p:cNvCxnSpPr>
            <a:cxnSpLocks/>
          </p:cNvCxnSpPr>
          <p:nvPr/>
        </p:nvCxnSpPr>
        <p:spPr>
          <a:xfrm rot="16200000" flipV="1">
            <a:off x="4684554" y="1670056"/>
            <a:ext cx="495671" cy="177819"/>
          </a:xfrm>
          <a:prstGeom prst="bentConnector3">
            <a:avLst>
              <a:gd name="adj1" fmla="val 50000"/>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57" name="TextBox 154">
            <a:extLst>
              <a:ext uri="{FF2B5EF4-FFF2-40B4-BE49-F238E27FC236}">
                <a16:creationId xmlns:a16="http://schemas.microsoft.com/office/drawing/2014/main" id="{B038C6C9-6703-7F80-94DB-60E971E7BC1D}"/>
              </a:ext>
            </a:extLst>
          </p:cNvPr>
          <p:cNvSpPr txBox="1"/>
          <p:nvPr/>
        </p:nvSpPr>
        <p:spPr>
          <a:xfrm>
            <a:off x="2654209" y="4773103"/>
            <a:ext cx="1188029"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dirty="0">
                <a:solidFill>
                  <a:schemeClr val="tx1"/>
                </a:solidFill>
                <a:latin typeface="微软雅黑" panose="020B0503020204020204" pitchFamily="34" charset="-122"/>
                <a:ea typeface="微软雅黑" panose="020B0503020204020204" pitchFamily="34" charset="-122"/>
              </a:rPr>
              <a:t>NAS</a:t>
            </a:r>
            <a:r>
              <a:rPr lang="zh-CN" altLang="en-US" sz="1000" b="0" dirty="0">
                <a:solidFill>
                  <a:schemeClr val="tx1"/>
                </a:solidFill>
                <a:latin typeface="微软雅黑" panose="020B0503020204020204" pitchFamily="34" charset="-122"/>
                <a:ea typeface="微软雅黑" panose="020B0503020204020204" pitchFamily="34" charset="-122"/>
              </a:rPr>
              <a:t>共享存储</a:t>
            </a:r>
          </a:p>
        </p:txBody>
      </p:sp>
      <p:sp>
        <p:nvSpPr>
          <p:cNvPr id="158" name="TextBox 154">
            <a:extLst>
              <a:ext uri="{FF2B5EF4-FFF2-40B4-BE49-F238E27FC236}">
                <a16:creationId xmlns:a16="http://schemas.microsoft.com/office/drawing/2014/main" id="{DDF50E53-54E3-E5FC-31D4-04407A622355}"/>
              </a:ext>
            </a:extLst>
          </p:cNvPr>
          <p:cNvSpPr txBox="1"/>
          <p:nvPr/>
        </p:nvSpPr>
        <p:spPr>
          <a:xfrm>
            <a:off x="2761119" y="4961254"/>
            <a:ext cx="829325" cy="60016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marL="95998" indent="-95998">
              <a:lnSpc>
                <a:spcPct val="100000"/>
              </a:lnSpc>
              <a:buFont typeface="Arial" panose="020B0604020202020204" pitchFamily="34" charset="0"/>
              <a:buChar char="•"/>
            </a:pPr>
            <a:r>
              <a:rPr lang="zh-CN" altLang="en-US" sz="800" b="0" dirty="0">
                <a:solidFill>
                  <a:schemeClr val="tx1"/>
                </a:solidFill>
                <a:latin typeface="微软雅黑" panose="020B0503020204020204" pitchFamily="34" charset="-122"/>
                <a:ea typeface="微软雅黑" panose="020B0503020204020204" pitchFamily="34" charset="-122"/>
              </a:rPr>
              <a:t>图片附件</a:t>
            </a:r>
            <a:endParaRPr lang="en-US" altLang="zh-CN" sz="800" b="0" dirty="0">
              <a:solidFill>
                <a:schemeClr val="tx1"/>
              </a:solidFill>
              <a:latin typeface="微软雅黑" panose="020B0503020204020204" pitchFamily="34" charset="-122"/>
              <a:ea typeface="微软雅黑" panose="020B0503020204020204" pitchFamily="34" charset="-122"/>
            </a:endParaRPr>
          </a:p>
          <a:p>
            <a:pPr marL="95998" indent="-95998">
              <a:lnSpc>
                <a:spcPct val="100000"/>
              </a:lnSpc>
              <a:buFont typeface="Arial" panose="020B0604020202020204" pitchFamily="34" charset="0"/>
              <a:buChar char="•"/>
            </a:pPr>
            <a:r>
              <a:rPr lang="zh-CN" altLang="en-US" sz="800" b="0" dirty="0">
                <a:solidFill>
                  <a:schemeClr val="tx1"/>
                </a:solidFill>
                <a:latin typeface="微软雅黑" panose="020B0503020204020204" pitchFamily="34" charset="-122"/>
                <a:ea typeface="微软雅黑" panose="020B0503020204020204" pitchFamily="34" charset="-122"/>
              </a:rPr>
              <a:t>轻分析数据</a:t>
            </a:r>
            <a:endParaRPr lang="en-US" altLang="zh-CN" sz="800" b="0" dirty="0">
              <a:solidFill>
                <a:schemeClr val="tx1"/>
              </a:solidFill>
              <a:latin typeface="微软雅黑" panose="020B0503020204020204" pitchFamily="34" charset="-122"/>
              <a:ea typeface="微软雅黑" panose="020B0503020204020204" pitchFamily="34" charset="-122"/>
            </a:endParaRPr>
          </a:p>
          <a:p>
            <a:pPr marL="95998" indent="-95998">
              <a:lnSpc>
                <a:spcPct val="100000"/>
              </a:lnSpc>
              <a:buFont typeface="Arial" panose="020B0604020202020204" pitchFamily="34" charset="0"/>
              <a:buChar char="•"/>
            </a:pPr>
            <a:r>
              <a:rPr lang="zh-CN" altLang="en-US" sz="800" b="0" dirty="0">
                <a:solidFill>
                  <a:schemeClr val="tx1"/>
                </a:solidFill>
                <a:latin typeface="微软雅黑" panose="020B0503020204020204" pitchFamily="34" charset="-122"/>
                <a:ea typeface="微软雅黑" panose="020B0503020204020204" pitchFamily="34" charset="-122"/>
              </a:rPr>
              <a:t>静态资源</a:t>
            </a:r>
            <a:endParaRPr lang="en-US" altLang="zh-CN" sz="800" b="0" dirty="0">
              <a:solidFill>
                <a:schemeClr val="tx1"/>
              </a:solidFill>
              <a:latin typeface="微软雅黑" panose="020B0503020204020204" pitchFamily="34" charset="-122"/>
              <a:ea typeface="微软雅黑" panose="020B0503020204020204" pitchFamily="34" charset="-122"/>
            </a:endParaRPr>
          </a:p>
          <a:p>
            <a:pPr marL="95998" indent="-95998">
              <a:lnSpc>
                <a:spcPct val="100000"/>
              </a:lnSpc>
              <a:buFont typeface="Arial" panose="020B0604020202020204" pitchFamily="34" charset="0"/>
              <a:buChar char="•"/>
            </a:pPr>
            <a:r>
              <a:rPr lang="en-US" altLang="zh-CN" sz="800" b="0" dirty="0">
                <a:solidFill>
                  <a:schemeClr val="tx1"/>
                </a:solidFill>
                <a:latin typeface="微软雅黑" panose="020B0503020204020204" pitchFamily="34" charset="-122"/>
                <a:ea typeface="微软雅黑" panose="020B0503020204020204" pitchFamily="34" charset="-122"/>
              </a:rPr>
              <a:t>Appstore</a:t>
            </a:r>
            <a:endParaRPr lang="zh-CN" altLang="en-US" sz="800" b="0" dirty="0">
              <a:solidFill>
                <a:schemeClr val="tx1"/>
              </a:solidFill>
              <a:latin typeface="微软雅黑" panose="020B0503020204020204" pitchFamily="34" charset="-122"/>
              <a:ea typeface="微软雅黑" panose="020B0503020204020204" pitchFamily="34" charset="-122"/>
            </a:endParaRPr>
          </a:p>
        </p:txBody>
      </p:sp>
      <p:sp>
        <p:nvSpPr>
          <p:cNvPr id="199" name="Freeform 5">
            <a:extLst>
              <a:ext uri="{FF2B5EF4-FFF2-40B4-BE49-F238E27FC236}">
                <a16:creationId xmlns:a16="http://schemas.microsoft.com/office/drawing/2014/main" id="{CF416859-17C4-A51E-E91F-94AA20C1B4E9}"/>
              </a:ext>
            </a:extLst>
          </p:cNvPr>
          <p:cNvSpPr>
            <a:spLocks/>
          </p:cNvSpPr>
          <p:nvPr/>
        </p:nvSpPr>
        <p:spPr bwMode="auto">
          <a:xfrm>
            <a:off x="531578" y="971143"/>
            <a:ext cx="538433" cy="387821"/>
          </a:xfrm>
          <a:custGeom>
            <a:avLst/>
            <a:gdLst>
              <a:gd name="T0" fmla="*/ 3607 w 4181"/>
              <a:gd name="T1" fmla="*/ 653 h 2397"/>
              <a:gd name="T2" fmla="*/ 3184 w 4181"/>
              <a:gd name="T3" fmla="*/ 301 h 2397"/>
              <a:gd name="T4" fmla="*/ 3009 w 4181"/>
              <a:gd name="T5" fmla="*/ 336 h 2397"/>
              <a:gd name="T6" fmla="*/ 2287 w 4181"/>
              <a:gd name="T7" fmla="*/ 11 h 2397"/>
              <a:gd name="T8" fmla="*/ 1018 w 4181"/>
              <a:gd name="T9" fmla="*/ 680 h 2397"/>
              <a:gd name="T10" fmla="*/ 716 w 4181"/>
              <a:gd name="T11" fmla="*/ 897 h 2397"/>
              <a:gd name="T12" fmla="*/ 645 w 4181"/>
              <a:gd name="T13" fmla="*/ 894 h 2397"/>
              <a:gd name="T14" fmla="*/ 20 w 4181"/>
              <a:gd name="T15" fmla="*/ 1455 h 2397"/>
              <a:gd name="T16" fmla="*/ 645 w 4181"/>
              <a:gd name="T17" fmla="*/ 2017 h 2397"/>
              <a:gd name="T18" fmla="*/ 788 w 4181"/>
              <a:gd name="T19" fmla="*/ 2002 h 2397"/>
              <a:gd name="T20" fmla="*/ 1055 w 4181"/>
              <a:gd name="T21" fmla="*/ 2077 h 2397"/>
              <a:gd name="T22" fmla="*/ 1306 w 4181"/>
              <a:gd name="T23" fmla="*/ 2012 h 2397"/>
              <a:gd name="T24" fmla="*/ 2027 w 4181"/>
              <a:gd name="T25" fmla="*/ 2378 h 2397"/>
              <a:gd name="T26" fmla="*/ 2674 w 4181"/>
              <a:gd name="T27" fmla="*/ 2179 h 2397"/>
              <a:gd name="T28" fmla="*/ 2696 w 4181"/>
              <a:gd name="T29" fmla="*/ 2178 h 2397"/>
              <a:gd name="T30" fmla="*/ 3282 w 4181"/>
              <a:gd name="T31" fmla="*/ 1876 h 2397"/>
              <a:gd name="T32" fmla="*/ 3311 w 4181"/>
              <a:gd name="T33" fmla="*/ 1876 h 2397"/>
              <a:gd name="T34" fmla="*/ 4181 w 4181"/>
              <a:gd name="T35" fmla="*/ 1245 h 2397"/>
              <a:gd name="T36" fmla="*/ 3607 w 4181"/>
              <a:gd name="T37" fmla="*/ 653 h 2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81" h="2397">
                <a:moveTo>
                  <a:pt x="3607" y="653"/>
                </a:moveTo>
                <a:cubicBezTo>
                  <a:pt x="3585" y="455"/>
                  <a:pt x="3405" y="301"/>
                  <a:pt x="3184" y="301"/>
                </a:cubicBezTo>
                <a:cubicBezTo>
                  <a:pt x="3122" y="301"/>
                  <a:pt x="3063" y="314"/>
                  <a:pt x="3009" y="336"/>
                </a:cubicBezTo>
                <a:cubicBezTo>
                  <a:pt x="2905" y="142"/>
                  <a:pt x="2691" y="0"/>
                  <a:pt x="2287" y="11"/>
                </a:cubicBezTo>
                <a:cubicBezTo>
                  <a:pt x="1763" y="26"/>
                  <a:pt x="1143" y="262"/>
                  <a:pt x="1018" y="680"/>
                </a:cubicBezTo>
                <a:cubicBezTo>
                  <a:pt x="869" y="709"/>
                  <a:pt x="773" y="790"/>
                  <a:pt x="716" y="897"/>
                </a:cubicBezTo>
                <a:cubicBezTo>
                  <a:pt x="692" y="895"/>
                  <a:pt x="669" y="894"/>
                  <a:pt x="645" y="894"/>
                </a:cubicBezTo>
                <a:cubicBezTo>
                  <a:pt x="300" y="894"/>
                  <a:pt x="35" y="1145"/>
                  <a:pt x="20" y="1455"/>
                </a:cubicBezTo>
                <a:cubicBezTo>
                  <a:pt x="0" y="1856"/>
                  <a:pt x="300" y="2017"/>
                  <a:pt x="645" y="2017"/>
                </a:cubicBezTo>
                <a:cubicBezTo>
                  <a:pt x="694" y="2017"/>
                  <a:pt x="742" y="2011"/>
                  <a:pt x="788" y="2002"/>
                </a:cubicBezTo>
                <a:cubicBezTo>
                  <a:pt x="859" y="2048"/>
                  <a:pt x="953" y="2077"/>
                  <a:pt x="1055" y="2077"/>
                </a:cubicBezTo>
                <a:cubicBezTo>
                  <a:pt x="1150" y="2077"/>
                  <a:pt x="1237" y="2053"/>
                  <a:pt x="1306" y="2012"/>
                </a:cubicBezTo>
                <a:cubicBezTo>
                  <a:pt x="1439" y="2238"/>
                  <a:pt x="1712" y="2397"/>
                  <a:pt x="2027" y="2378"/>
                </a:cubicBezTo>
                <a:cubicBezTo>
                  <a:pt x="2358" y="2359"/>
                  <a:pt x="2557" y="2288"/>
                  <a:pt x="2674" y="2179"/>
                </a:cubicBezTo>
                <a:cubicBezTo>
                  <a:pt x="2682" y="2178"/>
                  <a:pt x="2689" y="2178"/>
                  <a:pt x="2696" y="2178"/>
                </a:cubicBezTo>
                <a:cubicBezTo>
                  <a:pt x="3067" y="2130"/>
                  <a:pt x="3229" y="2034"/>
                  <a:pt x="3282" y="1876"/>
                </a:cubicBezTo>
                <a:cubicBezTo>
                  <a:pt x="3292" y="1876"/>
                  <a:pt x="3302" y="1876"/>
                  <a:pt x="3311" y="1876"/>
                </a:cubicBezTo>
                <a:cubicBezTo>
                  <a:pt x="3792" y="1876"/>
                  <a:pt x="4181" y="1736"/>
                  <a:pt x="4181" y="1245"/>
                </a:cubicBezTo>
                <a:cubicBezTo>
                  <a:pt x="4181" y="972"/>
                  <a:pt x="3941" y="741"/>
                  <a:pt x="3607" y="653"/>
                </a:cubicBezTo>
              </a:path>
            </a:pathLst>
          </a:custGeom>
          <a:solidFill>
            <a:srgbClr val="FFFFFF"/>
          </a:solidFill>
          <a:ln w="0">
            <a:solidFill>
              <a:srgbClr val="000000"/>
            </a:solidFill>
            <a:prstDash val="solid"/>
            <a:round/>
            <a:headEnd/>
            <a:tailEnd/>
          </a:ln>
        </p:spPr>
        <p:txBody>
          <a:bodyPr vert="horz" wrap="square" lIns="121920" tIns="60960" rIns="121920" bIns="60960" numCol="1" anchor="t" anchorCtr="0" compatLnSpc="1">
            <a:prstTxWarp prst="textNoShape">
              <a:avLst/>
            </a:prstTxWarp>
          </a:bodyPr>
          <a:lstStyle/>
          <a:p>
            <a:endParaRPr lang="zh-CN" altLang="en-US" sz="2400"/>
          </a:p>
        </p:txBody>
      </p:sp>
      <p:cxnSp>
        <p:nvCxnSpPr>
          <p:cNvPr id="217" name="Straight Connector 35">
            <a:extLst>
              <a:ext uri="{FF2B5EF4-FFF2-40B4-BE49-F238E27FC236}">
                <a16:creationId xmlns:a16="http://schemas.microsoft.com/office/drawing/2014/main" id="{BB2F90F6-7CC9-3069-A859-58DB53698274}"/>
              </a:ext>
            </a:extLst>
          </p:cNvPr>
          <p:cNvCxnSpPr>
            <a:cxnSpLocks/>
            <a:stCxn id="75" idx="1"/>
            <a:endCxn id="82" idx="3"/>
          </p:cNvCxnSpPr>
          <p:nvPr/>
        </p:nvCxnSpPr>
        <p:spPr>
          <a:xfrm flipH="1">
            <a:off x="3790650" y="2535185"/>
            <a:ext cx="911876" cy="239030"/>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28" name="Straight Connector 35">
            <a:extLst>
              <a:ext uri="{FF2B5EF4-FFF2-40B4-BE49-F238E27FC236}">
                <a16:creationId xmlns:a16="http://schemas.microsoft.com/office/drawing/2014/main" id="{D6FDD895-CF01-1F0C-1F9D-DAFED7C50C30}"/>
              </a:ext>
            </a:extLst>
          </p:cNvPr>
          <p:cNvCxnSpPr>
            <a:cxnSpLocks/>
          </p:cNvCxnSpPr>
          <p:nvPr/>
        </p:nvCxnSpPr>
        <p:spPr>
          <a:xfrm flipV="1">
            <a:off x="3370003" y="3808186"/>
            <a:ext cx="962832" cy="679651"/>
          </a:xfrm>
          <a:prstGeom prst="bentConnector3">
            <a:avLst>
              <a:gd name="adj1" fmla="val 50000"/>
            </a:avLst>
          </a:prstGeom>
          <a:ln w="635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35" name="Straight Connector 35">
            <a:extLst>
              <a:ext uri="{FF2B5EF4-FFF2-40B4-BE49-F238E27FC236}">
                <a16:creationId xmlns:a16="http://schemas.microsoft.com/office/drawing/2014/main" id="{7F8C33D0-8A5C-2902-4755-7F4A0C66D072}"/>
              </a:ext>
            </a:extLst>
          </p:cNvPr>
          <p:cNvCxnSpPr>
            <a:cxnSpLocks/>
            <a:stCxn id="25" idx="0"/>
            <a:endCxn id="82" idx="2"/>
          </p:cNvCxnSpPr>
          <p:nvPr/>
        </p:nvCxnSpPr>
        <p:spPr>
          <a:xfrm rot="5400000" flipH="1" flipV="1">
            <a:off x="2911522" y="4018595"/>
            <a:ext cx="600300" cy="89923"/>
          </a:xfrm>
          <a:prstGeom prst="bentConnector3">
            <a:avLst>
              <a:gd name="adj1" fmla="val 50000"/>
            </a:avLst>
          </a:prstGeom>
          <a:ln w="635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44" name="Straight Connector 35">
            <a:extLst>
              <a:ext uri="{FF2B5EF4-FFF2-40B4-BE49-F238E27FC236}">
                <a16:creationId xmlns:a16="http://schemas.microsoft.com/office/drawing/2014/main" id="{48B1292E-E5E9-75A9-0906-4B8714E2C8A5}"/>
              </a:ext>
            </a:extLst>
          </p:cNvPr>
          <p:cNvCxnSpPr>
            <a:cxnSpLocks/>
          </p:cNvCxnSpPr>
          <p:nvPr/>
        </p:nvCxnSpPr>
        <p:spPr>
          <a:xfrm flipH="1">
            <a:off x="528828" y="5657401"/>
            <a:ext cx="645035" cy="0"/>
          </a:xfrm>
          <a:prstGeom prst="straightConnector1">
            <a:avLst/>
          </a:prstGeom>
          <a:ln w="15875">
            <a:solidFill>
              <a:srgbClr val="C270AA"/>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46" name="文本框 245">
            <a:extLst>
              <a:ext uri="{FF2B5EF4-FFF2-40B4-BE49-F238E27FC236}">
                <a16:creationId xmlns:a16="http://schemas.microsoft.com/office/drawing/2014/main" id="{CED57047-DAF7-41B0-3323-D8864CE25785}"/>
              </a:ext>
            </a:extLst>
          </p:cNvPr>
          <p:cNvSpPr txBox="1"/>
          <p:nvPr/>
        </p:nvSpPr>
        <p:spPr>
          <a:xfrm>
            <a:off x="62119" y="5168660"/>
            <a:ext cx="984357"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图例：</a:t>
            </a:r>
          </a:p>
        </p:txBody>
      </p:sp>
      <p:sp>
        <p:nvSpPr>
          <p:cNvPr id="247" name="TextBox 154">
            <a:extLst>
              <a:ext uri="{FF2B5EF4-FFF2-40B4-BE49-F238E27FC236}">
                <a16:creationId xmlns:a16="http://schemas.microsoft.com/office/drawing/2014/main" id="{1A347673-0530-AA66-B057-E243D2627AA7}"/>
              </a:ext>
            </a:extLst>
          </p:cNvPr>
          <p:cNvSpPr txBox="1"/>
          <p:nvPr/>
        </p:nvSpPr>
        <p:spPr>
          <a:xfrm>
            <a:off x="107505" y="5537992"/>
            <a:ext cx="498571"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入口</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48" name="TextBox 154">
            <a:extLst>
              <a:ext uri="{FF2B5EF4-FFF2-40B4-BE49-F238E27FC236}">
                <a16:creationId xmlns:a16="http://schemas.microsoft.com/office/drawing/2014/main" id="{55E9D027-E771-F2BF-E24C-739173D3310D}"/>
              </a:ext>
            </a:extLst>
          </p:cNvPr>
          <p:cNvSpPr txBox="1"/>
          <p:nvPr/>
        </p:nvSpPr>
        <p:spPr>
          <a:xfrm>
            <a:off x="95183" y="5726157"/>
            <a:ext cx="498571"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出口</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cxnSp>
        <p:nvCxnSpPr>
          <p:cNvPr id="250" name="Straight Connector 35">
            <a:extLst>
              <a:ext uri="{FF2B5EF4-FFF2-40B4-BE49-F238E27FC236}">
                <a16:creationId xmlns:a16="http://schemas.microsoft.com/office/drawing/2014/main" id="{5AB9ED89-3C88-9356-88C9-0A8B573FD0D5}"/>
              </a:ext>
            </a:extLst>
          </p:cNvPr>
          <p:cNvCxnSpPr>
            <a:cxnSpLocks/>
          </p:cNvCxnSpPr>
          <p:nvPr/>
        </p:nvCxnSpPr>
        <p:spPr>
          <a:xfrm flipH="1">
            <a:off x="528828" y="5860581"/>
            <a:ext cx="645035" cy="0"/>
          </a:xfrm>
          <a:prstGeom prst="straightConnector1">
            <a:avLst/>
          </a:prstGeom>
          <a:ln w="15875">
            <a:solidFill>
              <a:srgbClr val="24BEBC"/>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52" name="TextBox 154">
            <a:extLst>
              <a:ext uri="{FF2B5EF4-FFF2-40B4-BE49-F238E27FC236}">
                <a16:creationId xmlns:a16="http://schemas.microsoft.com/office/drawing/2014/main" id="{EB8017BF-48DF-8614-89CD-1571505F334B}"/>
              </a:ext>
            </a:extLst>
          </p:cNvPr>
          <p:cNvSpPr txBox="1"/>
          <p:nvPr/>
        </p:nvSpPr>
        <p:spPr>
          <a:xfrm>
            <a:off x="95183" y="5921025"/>
            <a:ext cx="498571"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内部</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cxnSp>
        <p:nvCxnSpPr>
          <p:cNvPr id="253" name="Straight Connector 35">
            <a:extLst>
              <a:ext uri="{FF2B5EF4-FFF2-40B4-BE49-F238E27FC236}">
                <a16:creationId xmlns:a16="http://schemas.microsoft.com/office/drawing/2014/main" id="{38B7DEA2-73F5-B904-07F3-B75A1FCC5A03}"/>
              </a:ext>
            </a:extLst>
          </p:cNvPr>
          <p:cNvCxnSpPr>
            <a:cxnSpLocks/>
          </p:cNvCxnSpPr>
          <p:nvPr/>
        </p:nvCxnSpPr>
        <p:spPr>
          <a:xfrm flipH="1">
            <a:off x="528828" y="6046849"/>
            <a:ext cx="645035" cy="0"/>
          </a:xfrm>
          <a:prstGeom prst="straightConnector1">
            <a:avLst/>
          </a:prstGeom>
          <a:ln w="15875">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55" name="TextBox 154">
            <a:extLst>
              <a:ext uri="{FF2B5EF4-FFF2-40B4-BE49-F238E27FC236}">
                <a16:creationId xmlns:a16="http://schemas.microsoft.com/office/drawing/2014/main" id="{73EA220D-545C-6FAC-EA16-A26CE1815C76}"/>
              </a:ext>
            </a:extLst>
          </p:cNvPr>
          <p:cNvSpPr txBox="1"/>
          <p:nvPr/>
        </p:nvSpPr>
        <p:spPr>
          <a:xfrm>
            <a:off x="104285" y="6160309"/>
            <a:ext cx="549156"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虚拟机</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57" name="TextBox 154">
            <a:extLst>
              <a:ext uri="{FF2B5EF4-FFF2-40B4-BE49-F238E27FC236}">
                <a16:creationId xmlns:a16="http://schemas.microsoft.com/office/drawing/2014/main" id="{3004B6E7-859F-23E7-9C7B-60778A06CE98}"/>
              </a:ext>
            </a:extLst>
          </p:cNvPr>
          <p:cNvSpPr txBox="1"/>
          <p:nvPr/>
        </p:nvSpPr>
        <p:spPr>
          <a:xfrm>
            <a:off x="104285" y="6388305"/>
            <a:ext cx="799217"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容器服务</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58" name="TextBox 154">
            <a:extLst>
              <a:ext uri="{FF2B5EF4-FFF2-40B4-BE49-F238E27FC236}">
                <a16:creationId xmlns:a16="http://schemas.microsoft.com/office/drawing/2014/main" id="{32EF7C54-16DE-B5EC-8008-F3634ED3DECE}"/>
              </a:ext>
            </a:extLst>
          </p:cNvPr>
          <p:cNvSpPr txBox="1"/>
          <p:nvPr/>
        </p:nvSpPr>
        <p:spPr>
          <a:xfrm>
            <a:off x="363007" y="2918056"/>
            <a:ext cx="530192" cy="336695"/>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latin typeface="微软雅黑" panose="020B0503020204020204" pitchFamily="34" charset="-122"/>
                <a:ea typeface="微软雅黑" panose="020B0503020204020204" pitchFamily="34" charset="-122"/>
              </a:rPr>
              <a:t>用户</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282" name="Straight Connector 35">
            <a:extLst>
              <a:ext uri="{FF2B5EF4-FFF2-40B4-BE49-F238E27FC236}">
                <a16:creationId xmlns:a16="http://schemas.microsoft.com/office/drawing/2014/main" id="{6D496EDB-FF35-28D7-E612-348797989BDC}"/>
              </a:ext>
            </a:extLst>
          </p:cNvPr>
          <p:cNvCxnSpPr>
            <a:cxnSpLocks/>
          </p:cNvCxnSpPr>
          <p:nvPr/>
        </p:nvCxnSpPr>
        <p:spPr>
          <a:xfrm>
            <a:off x="6785361" y="1524197"/>
            <a:ext cx="0" cy="495519"/>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84" name="TextBox 154">
            <a:extLst>
              <a:ext uri="{FF2B5EF4-FFF2-40B4-BE49-F238E27FC236}">
                <a16:creationId xmlns:a16="http://schemas.microsoft.com/office/drawing/2014/main" id="{5EC5DDF9-7810-EB48-379C-B11F8F754C7B}"/>
              </a:ext>
            </a:extLst>
          </p:cNvPr>
          <p:cNvSpPr txBox="1"/>
          <p:nvPr/>
        </p:nvSpPr>
        <p:spPr>
          <a:xfrm>
            <a:off x="1750385" y="1285007"/>
            <a:ext cx="1787519"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200" b="0">
                <a:solidFill>
                  <a:schemeClr val="tx1"/>
                </a:solidFill>
                <a:latin typeface="微软雅黑" panose="020B0503020204020204" pitchFamily="34" charset="-122"/>
                <a:ea typeface="微软雅黑" panose="020B0503020204020204" pitchFamily="34" charset="-122"/>
              </a:rPr>
              <a:t>许可更新，短信平台</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sp>
        <p:nvSpPr>
          <p:cNvPr id="285" name="TextBox 154">
            <a:extLst>
              <a:ext uri="{FF2B5EF4-FFF2-40B4-BE49-F238E27FC236}">
                <a16:creationId xmlns:a16="http://schemas.microsoft.com/office/drawing/2014/main" id="{CB26C806-39EC-E0EF-5178-8AA453054A15}"/>
              </a:ext>
            </a:extLst>
          </p:cNvPr>
          <p:cNvSpPr txBox="1"/>
          <p:nvPr/>
        </p:nvSpPr>
        <p:spPr>
          <a:xfrm>
            <a:off x="1540903" y="192362"/>
            <a:ext cx="1734188" cy="34118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dirty="0">
                <a:solidFill>
                  <a:schemeClr val="tx1"/>
                </a:solidFill>
              </a:rPr>
              <a:t>接入区</a:t>
            </a:r>
          </a:p>
        </p:txBody>
      </p:sp>
      <p:cxnSp>
        <p:nvCxnSpPr>
          <p:cNvPr id="290" name="直接连接符 289">
            <a:extLst>
              <a:ext uri="{FF2B5EF4-FFF2-40B4-BE49-F238E27FC236}">
                <a16:creationId xmlns:a16="http://schemas.microsoft.com/office/drawing/2014/main" id="{82CA876A-5604-44CB-47A6-4BBFF839BD16}"/>
              </a:ext>
            </a:extLst>
          </p:cNvPr>
          <p:cNvCxnSpPr>
            <a:cxnSpLocks/>
          </p:cNvCxnSpPr>
          <p:nvPr/>
        </p:nvCxnSpPr>
        <p:spPr>
          <a:xfrm flipH="1">
            <a:off x="2478097" y="652207"/>
            <a:ext cx="44577" cy="5810995"/>
          </a:xfrm>
          <a:prstGeom prst="line">
            <a:avLst/>
          </a:prstGeom>
          <a:ln w="158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291" name="TextBox 154">
            <a:extLst>
              <a:ext uri="{FF2B5EF4-FFF2-40B4-BE49-F238E27FC236}">
                <a16:creationId xmlns:a16="http://schemas.microsoft.com/office/drawing/2014/main" id="{0A699F52-2BAD-CCBB-39DE-307665B0A6D4}"/>
              </a:ext>
            </a:extLst>
          </p:cNvPr>
          <p:cNvSpPr txBox="1"/>
          <p:nvPr/>
        </p:nvSpPr>
        <p:spPr>
          <a:xfrm>
            <a:off x="2585265" y="215447"/>
            <a:ext cx="1734188" cy="34118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rPr>
              <a:t>应用区</a:t>
            </a:r>
            <a:endParaRPr lang="zh-CN" altLang="en-US" sz="1200" dirty="0">
              <a:solidFill>
                <a:schemeClr val="tx1"/>
              </a:solidFill>
            </a:endParaRPr>
          </a:p>
        </p:txBody>
      </p:sp>
      <p:cxnSp>
        <p:nvCxnSpPr>
          <p:cNvPr id="292" name="直接连接符 291">
            <a:extLst>
              <a:ext uri="{FF2B5EF4-FFF2-40B4-BE49-F238E27FC236}">
                <a16:creationId xmlns:a16="http://schemas.microsoft.com/office/drawing/2014/main" id="{211C1D71-6462-E140-6524-677A02B0221B}"/>
              </a:ext>
            </a:extLst>
          </p:cNvPr>
          <p:cNvCxnSpPr>
            <a:cxnSpLocks/>
          </p:cNvCxnSpPr>
          <p:nvPr/>
        </p:nvCxnSpPr>
        <p:spPr>
          <a:xfrm flipH="1">
            <a:off x="9869855" y="677447"/>
            <a:ext cx="44577" cy="5810995"/>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293" name="TextBox 154">
            <a:extLst>
              <a:ext uri="{FF2B5EF4-FFF2-40B4-BE49-F238E27FC236}">
                <a16:creationId xmlns:a16="http://schemas.microsoft.com/office/drawing/2014/main" id="{7D530239-9C47-857A-8DE6-045291088097}"/>
              </a:ext>
            </a:extLst>
          </p:cNvPr>
          <p:cNvSpPr txBox="1"/>
          <p:nvPr/>
        </p:nvSpPr>
        <p:spPr>
          <a:xfrm>
            <a:off x="9960395" y="661597"/>
            <a:ext cx="947764" cy="34118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rPr>
              <a:t>数据区</a:t>
            </a:r>
            <a:endParaRPr lang="zh-CN" altLang="en-US" sz="1200" dirty="0">
              <a:solidFill>
                <a:schemeClr val="tx1"/>
              </a:solidFill>
            </a:endParaRPr>
          </a:p>
        </p:txBody>
      </p:sp>
      <p:cxnSp>
        <p:nvCxnSpPr>
          <p:cNvPr id="42" name="Straight Connector 35">
            <a:extLst>
              <a:ext uri="{FF2B5EF4-FFF2-40B4-BE49-F238E27FC236}">
                <a16:creationId xmlns:a16="http://schemas.microsoft.com/office/drawing/2014/main" id="{6AF1B1DB-03CF-A0BF-0706-E3D1228F1B03}"/>
              </a:ext>
            </a:extLst>
          </p:cNvPr>
          <p:cNvCxnSpPr>
            <a:cxnSpLocks/>
            <a:stCxn id="377" idx="0"/>
            <a:endCxn id="383" idx="2"/>
          </p:cNvCxnSpPr>
          <p:nvPr/>
        </p:nvCxnSpPr>
        <p:spPr>
          <a:xfrm rot="16200000" flipV="1">
            <a:off x="11122434" y="2519154"/>
            <a:ext cx="246962" cy="545435"/>
          </a:xfrm>
          <a:prstGeom prst="curvedConnector3">
            <a:avLst>
              <a:gd name="adj1" fmla="val 50000"/>
            </a:avLst>
          </a:prstGeom>
          <a:ln w="12700">
            <a:solidFill>
              <a:schemeClr val="tx1"/>
            </a:solidFill>
            <a:prstDash val="sysDash"/>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66" name="Straight Connector 35">
            <a:extLst>
              <a:ext uri="{FF2B5EF4-FFF2-40B4-BE49-F238E27FC236}">
                <a16:creationId xmlns:a16="http://schemas.microsoft.com/office/drawing/2014/main" id="{7543CECC-8444-B7B8-F5F6-8F89AB1E7E63}"/>
              </a:ext>
            </a:extLst>
          </p:cNvPr>
          <p:cNvCxnSpPr>
            <a:cxnSpLocks/>
            <a:stCxn id="74" idx="1"/>
            <a:endCxn id="82" idx="3"/>
          </p:cNvCxnSpPr>
          <p:nvPr/>
        </p:nvCxnSpPr>
        <p:spPr>
          <a:xfrm flipH="1" flipV="1">
            <a:off x="3790650" y="2774215"/>
            <a:ext cx="948554" cy="218215"/>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29" name="TextBox 154">
            <a:extLst>
              <a:ext uri="{FF2B5EF4-FFF2-40B4-BE49-F238E27FC236}">
                <a16:creationId xmlns:a16="http://schemas.microsoft.com/office/drawing/2014/main" id="{26B5EE5D-A908-C0E8-B7B8-492901BA3C88}"/>
              </a:ext>
            </a:extLst>
          </p:cNvPr>
          <p:cNvSpPr txBox="1"/>
          <p:nvPr/>
        </p:nvSpPr>
        <p:spPr>
          <a:xfrm>
            <a:off x="1846347" y="2994796"/>
            <a:ext cx="564828"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933" b="0">
                <a:solidFill>
                  <a:schemeClr val="tx1"/>
                </a:solidFill>
              </a:rPr>
              <a:t>LB</a:t>
            </a:r>
          </a:p>
        </p:txBody>
      </p:sp>
      <p:sp>
        <p:nvSpPr>
          <p:cNvPr id="231" name="TextBox 154">
            <a:extLst>
              <a:ext uri="{FF2B5EF4-FFF2-40B4-BE49-F238E27FC236}">
                <a16:creationId xmlns:a16="http://schemas.microsoft.com/office/drawing/2014/main" id="{8D33D007-6B01-AF16-A06C-864605DE700B}"/>
              </a:ext>
            </a:extLst>
          </p:cNvPr>
          <p:cNvSpPr txBox="1"/>
          <p:nvPr/>
        </p:nvSpPr>
        <p:spPr>
          <a:xfrm>
            <a:off x="997297" y="2716920"/>
            <a:ext cx="175165" cy="123111"/>
          </a:xfrm>
          <a:prstGeom prst="rect">
            <a:avLst/>
          </a:prstGeom>
          <a:solidFill>
            <a:srgbClr val="25C1FB"/>
          </a:solidFill>
        </p:spPr>
        <p:txBody>
          <a:bodyPr wrap="square" lIns="0" tIns="0" rIns="0" bIns="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800" b="0">
                <a:solidFill>
                  <a:schemeClr val="tx1"/>
                </a:solidFill>
              </a:rPr>
              <a:t>80</a:t>
            </a:r>
          </a:p>
        </p:txBody>
      </p:sp>
      <p:sp>
        <p:nvSpPr>
          <p:cNvPr id="233" name="TextBox 154">
            <a:extLst>
              <a:ext uri="{FF2B5EF4-FFF2-40B4-BE49-F238E27FC236}">
                <a16:creationId xmlns:a16="http://schemas.microsoft.com/office/drawing/2014/main" id="{0ECD1E82-A891-0F1B-491D-6488B80B09EE}"/>
              </a:ext>
            </a:extLst>
          </p:cNvPr>
          <p:cNvSpPr txBox="1"/>
          <p:nvPr/>
        </p:nvSpPr>
        <p:spPr>
          <a:xfrm>
            <a:off x="354302" y="3683656"/>
            <a:ext cx="530192" cy="336695"/>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latin typeface="微软雅黑" panose="020B0503020204020204" pitchFamily="34" charset="-122"/>
                <a:ea typeface="微软雅黑" panose="020B0503020204020204" pitchFamily="34" charset="-122"/>
              </a:rPr>
              <a:t>运维</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238" name="Straight Connector 35">
            <a:extLst>
              <a:ext uri="{FF2B5EF4-FFF2-40B4-BE49-F238E27FC236}">
                <a16:creationId xmlns:a16="http://schemas.microsoft.com/office/drawing/2014/main" id="{BB2C9FD6-D5B7-CE94-203A-11A79385A63E}"/>
              </a:ext>
            </a:extLst>
          </p:cNvPr>
          <p:cNvCxnSpPr>
            <a:cxnSpLocks/>
            <a:endCxn id="7" idx="3"/>
          </p:cNvCxnSpPr>
          <p:nvPr/>
        </p:nvCxnSpPr>
        <p:spPr>
          <a:xfrm rot="10800000" flipV="1">
            <a:off x="768334" y="2890608"/>
            <a:ext cx="1056655" cy="715851"/>
          </a:xfrm>
          <a:prstGeom prst="bentConnector3">
            <a:avLst>
              <a:gd name="adj1" fmla="val 50000"/>
            </a:avLst>
          </a:prstGeom>
          <a:ln w="12700">
            <a:solidFill>
              <a:srgbClr val="C270AA"/>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42" name="TextBox 154">
            <a:extLst>
              <a:ext uri="{FF2B5EF4-FFF2-40B4-BE49-F238E27FC236}">
                <a16:creationId xmlns:a16="http://schemas.microsoft.com/office/drawing/2014/main" id="{E1042404-7B6D-8D0C-C7E9-79FBE5AB0394}"/>
              </a:ext>
            </a:extLst>
          </p:cNvPr>
          <p:cNvSpPr txBox="1"/>
          <p:nvPr/>
        </p:nvSpPr>
        <p:spPr>
          <a:xfrm>
            <a:off x="937448" y="3535940"/>
            <a:ext cx="278099"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8090</a:t>
            </a:r>
            <a:endParaRPr lang="en-US" altLang="zh-CN" sz="933"/>
          </a:p>
        </p:txBody>
      </p:sp>
      <p:sp>
        <p:nvSpPr>
          <p:cNvPr id="35" name="TextBox 154">
            <a:extLst>
              <a:ext uri="{FF2B5EF4-FFF2-40B4-BE49-F238E27FC236}">
                <a16:creationId xmlns:a16="http://schemas.microsoft.com/office/drawing/2014/main" id="{554B97C4-E379-E84A-272A-B14D817463C1}"/>
              </a:ext>
            </a:extLst>
          </p:cNvPr>
          <p:cNvSpPr txBox="1"/>
          <p:nvPr/>
        </p:nvSpPr>
        <p:spPr>
          <a:xfrm rot="19478762">
            <a:off x="2282616" y="2574046"/>
            <a:ext cx="38682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80,8090</a:t>
            </a:r>
          </a:p>
        </p:txBody>
      </p:sp>
      <p:sp>
        <p:nvSpPr>
          <p:cNvPr id="36" name="TextBox 154">
            <a:extLst>
              <a:ext uri="{FF2B5EF4-FFF2-40B4-BE49-F238E27FC236}">
                <a16:creationId xmlns:a16="http://schemas.microsoft.com/office/drawing/2014/main" id="{A52AEE93-A263-1620-4E2F-ECC6D3793C6B}"/>
              </a:ext>
            </a:extLst>
          </p:cNvPr>
          <p:cNvSpPr txBox="1"/>
          <p:nvPr/>
        </p:nvSpPr>
        <p:spPr>
          <a:xfrm rot="2293185">
            <a:off x="2331481" y="2998391"/>
            <a:ext cx="386827" cy="123111"/>
          </a:xfrm>
          <a:prstGeom prst="rect">
            <a:avLst/>
          </a:prstGeom>
          <a:solidFill>
            <a:srgbClr val="25C1FB"/>
          </a:solidFill>
        </p:spPr>
        <p:txBody>
          <a:bodyPr wrap="square" lIns="0" tIns="0" rIns="0" bIns="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800" b="0" dirty="0">
                <a:solidFill>
                  <a:schemeClr val="tx1"/>
                </a:solidFill>
              </a:rPr>
              <a:t>80,8090</a:t>
            </a:r>
          </a:p>
        </p:txBody>
      </p:sp>
      <p:sp>
        <p:nvSpPr>
          <p:cNvPr id="50" name="TextBox 154">
            <a:extLst>
              <a:ext uri="{FF2B5EF4-FFF2-40B4-BE49-F238E27FC236}">
                <a16:creationId xmlns:a16="http://schemas.microsoft.com/office/drawing/2014/main" id="{709D8A85-618D-6E34-A4E7-B98DE9E2FB19}"/>
              </a:ext>
            </a:extLst>
          </p:cNvPr>
          <p:cNvSpPr txBox="1"/>
          <p:nvPr/>
        </p:nvSpPr>
        <p:spPr>
          <a:xfrm>
            <a:off x="4050398" y="2630616"/>
            <a:ext cx="38682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30002</a:t>
            </a:r>
          </a:p>
        </p:txBody>
      </p:sp>
      <p:sp>
        <p:nvSpPr>
          <p:cNvPr id="55" name="TextBox 154">
            <a:extLst>
              <a:ext uri="{FF2B5EF4-FFF2-40B4-BE49-F238E27FC236}">
                <a16:creationId xmlns:a16="http://schemas.microsoft.com/office/drawing/2014/main" id="{1632EF9A-470E-448B-5464-1B9737833A8A}"/>
              </a:ext>
            </a:extLst>
          </p:cNvPr>
          <p:cNvSpPr txBox="1"/>
          <p:nvPr/>
        </p:nvSpPr>
        <p:spPr>
          <a:xfrm>
            <a:off x="4031819" y="2943465"/>
            <a:ext cx="38682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30001</a:t>
            </a:r>
          </a:p>
        </p:txBody>
      </p:sp>
      <p:sp>
        <p:nvSpPr>
          <p:cNvPr id="262" name="TextBox 154">
            <a:extLst>
              <a:ext uri="{FF2B5EF4-FFF2-40B4-BE49-F238E27FC236}">
                <a16:creationId xmlns:a16="http://schemas.microsoft.com/office/drawing/2014/main" id="{95207E99-B686-D3F1-A20C-CFECE9600A85}"/>
              </a:ext>
            </a:extLst>
          </p:cNvPr>
          <p:cNvSpPr txBox="1"/>
          <p:nvPr/>
        </p:nvSpPr>
        <p:spPr>
          <a:xfrm>
            <a:off x="4760641" y="1574271"/>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6443</a:t>
            </a:r>
          </a:p>
        </p:txBody>
      </p:sp>
      <p:sp>
        <p:nvSpPr>
          <p:cNvPr id="266" name="TextBox 154">
            <a:extLst>
              <a:ext uri="{FF2B5EF4-FFF2-40B4-BE49-F238E27FC236}">
                <a16:creationId xmlns:a16="http://schemas.microsoft.com/office/drawing/2014/main" id="{B194FD2F-F21C-EE38-70AF-A9A77904DE51}"/>
              </a:ext>
            </a:extLst>
          </p:cNvPr>
          <p:cNvSpPr txBox="1"/>
          <p:nvPr/>
        </p:nvSpPr>
        <p:spPr>
          <a:xfrm>
            <a:off x="6622125" y="1708965"/>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9400</a:t>
            </a:r>
          </a:p>
        </p:txBody>
      </p:sp>
      <p:sp>
        <p:nvSpPr>
          <p:cNvPr id="286" name="TextBox 154">
            <a:extLst>
              <a:ext uri="{FF2B5EF4-FFF2-40B4-BE49-F238E27FC236}">
                <a16:creationId xmlns:a16="http://schemas.microsoft.com/office/drawing/2014/main" id="{B3FD63E9-51FB-6CB5-592C-90F07257FBA3}"/>
              </a:ext>
            </a:extLst>
          </p:cNvPr>
          <p:cNvSpPr txBox="1"/>
          <p:nvPr/>
        </p:nvSpPr>
        <p:spPr>
          <a:xfrm>
            <a:off x="7367376" y="5615300"/>
            <a:ext cx="650578"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9092</a:t>
            </a:r>
            <a:r>
              <a:rPr lang="zh-CN" altLang="en-US" sz="800" dirty="0"/>
              <a:t>、</a:t>
            </a:r>
            <a:r>
              <a:rPr lang="en-US" altLang="zh-CN" sz="800" dirty="0"/>
              <a:t>9200</a:t>
            </a:r>
          </a:p>
        </p:txBody>
      </p:sp>
      <p:sp>
        <p:nvSpPr>
          <p:cNvPr id="73" name="TextBox 154">
            <a:extLst>
              <a:ext uri="{FF2B5EF4-FFF2-40B4-BE49-F238E27FC236}">
                <a16:creationId xmlns:a16="http://schemas.microsoft.com/office/drawing/2014/main" id="{09C65367-68A2-7642-5D19-B77279616E0D}"/>
              </a:ext>
            </a:extLst>
          </p:cNvPr>
          <p:cNvSpPr txBox="1"/>
          <p:nvPr/>
        </p:nvSpPr>
        <p:spPr>
          <a:xfrm>
            <a:off x="9299501" y="2736164"/>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5432</a:t>
            </a:r>
          </a:p>
        </p:txBody>
      </p:sp>
      <p:sp>
        <p:nvSpPr>
          <p:cNvPr id="81" name="TextBox 154">
            <a:extLst>
              <a:ext uri="{FF2B5EF4-FFF2-40B4-BE49-F238E27FC236}">
                <a16:creationId xmlns:a16="http://schemas.microsoft.com/office/drawing/2014/main" id="{DC93CA29-59D8-76EA-B907-42ACDC35A27C}"/>
              </a:ext>
            </a:extLst>
          </p:cNvPr>
          <p:cNvSpPr txBox="1"/>
          <p:nvPr/>
        </p:nvSpPr>
        <p:spPr>
          <a:xfrm>
            <a:off x="9272001" y="3910911"/>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8080</a:t>
            </a:r>
          </a:p>
        </p:txBody>
      </p:sp>
      <p:sp>
        <p:nvSpPr>
          <p:cNvPr id="83" name="TextBox 154">
            <a:extLst>
              <a:ext uri="{FF2B5EF4-FFF2-40B4-BE49-F238E27FC236}">
                <a16:creationId xmlns:a16="http://schemas.microsoft.com/office/drawing/2014/main" id="{5EADDAA2-FCBA-DE65-A102-1D9184D36572}"/>
              </a:ext>
            </a:extLst>
          </p:cNvPr>
          <p:cNvSpPr txBox="1"/>
          <p:nvPr/>
        </p:nvSpPr>
        <p:spPr>
          <a:xfrm>
            <a:off x="7601823" y="4159369"/>
            <a:ext cx="1062555" cy="24622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6379</a:t>
            </a:r>
            <a:r>
              <a:rPr lang="zh-CN" altLang="en-US" sz="800" dirty="0"/>
              <a:t>、</a:t>
            </a:r>
            <a:r>
              <a:rPr lang="en-US" altLang="zh-CN" sz="800" dirty="0"/>
              <a:t>6380</a:t>
            </a:r>
            <a:r>
              <a:rPr lang="zh-CN" altLang="en-US" sz="800" dirty="0"/>
              <a:t>、</a:t>
            </a:r>
            <a:r>
              <a:rPr lang="en-US" altLang="zh-CN" sz="800" dirty="0"/>
              <a:t>6381</a:t>
            </a:r>
            <a:r>
              <a:rPr lang="zh-CN" altLang="en-US" sz="800" dirty="0"/>
              <a:t>、</a:t>
            </a:r>
            <a:r>
              <a:rPr lang="en-US" altLang="zh-CN" sz="800" dirty="0"/>
              <a:t>7505</a:t>
            </a:r>
            <a:r>
              <a:rPr lang="zh-CN" altLang="en-US" sz="800" dirty="0"/>
              <a:t>、</a:t>
            </a:r>
            <a:r>
              <a:rPr lang="en-US" altLang="zh-CN" sz="800" dirty="0"/>
              <a:t>7506</a:t>
            </a:r>
            <a:r>
              <a:rPr lang="zh-CN" altLang="en-US" sz="800" dirty="0"/>
              <a:t>、</a:t>
            </a:r>
            <a:r>
              <a:rPr lang="en-US" altLang="zh-CN" sz="800" dirty="0"/>
              <a:t>7507</a:t>
            </a:r>
          </a:p>
        </p:txBody>
      </p:sp>
      <p:sp>
        <p:nvSpPr>
          <p:cNvPr id="86" name="TextBox 154">
            <a:extLst>
              <a:ext uri="{FF2B5EF4-FFF2-40B4-BE49-F238E27FC236}">
                <a16:creationId xmlns:a16="http://schemas.microsoft.com/office/drawing/2014/main" id="{7AED53B8-EE08-E77E-0189-3837D7145F24}"/>
              </a:ext>
            </a:extLst>
          </p:cNvPr>
          <p:cNvSpPr txBox="1"/>
          <p:nvPr/>
        </p:nvSpPr>
        <p:spPr>
          <a:xfrm>
            <a:off x="5106862" y="4207266"/>
            <a:ext cx="45549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2181</a:t>
            </a:r>
          </a:p>
        </p:txBody>
      </p:sp>
      <p:sp>
        <p:nvSpPr>
          <p:cNvPr id="227" name="TextBox 154">
            <a:extLst>
              <a:ext uri="{FF2B5EF4-FFF2-40B4-BE49-F238E27FC236}">
                <a16:creationId xmlns:a16="http://schemas.microsoft.com/office/drawing/2014/main" id="{13A9E00A-DD57-C02C-4E30-A5192EDAC370}"/>
              </a:ext>
            </a:extLst>
          </p:cNvPr>
          <p:cNvSpPr txBox="1"/>
          <p:nvPr/>
        </p:nvSpPr>
        <p:spPr>
          <a:xfrm>
            <a:off x="6404516" y="4245953"/>
            <a:ext cx="69262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dirty="0"/>
              <a:t>5672,15672</a:t>
            </a:r>
          </a:p>
        </p:txBody>
      </p:sp>
      <p:pic>
        <p:nvPicPr>
          <p:cNvPr id="25" name="图片 24">
            <a:extLst>
              <a:ext uri="{FF2B5EF4-FFF2-40B4-BE49-F238E27FC236}">
                <a16:creationId xmlns:a16="http://schemas.microsoft.com/office/drawing/2014/main" id="{F4506BEA-C703-B987-B084-9BCB1D263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5963" y="4363706"/>
            <a:ext cx="501496" cy="501496"/>
          </a:xfrm>
          <a:prstGeom prst="rect">
            <a:avLst/>
          </a:prstGeom>
        </p:spPr>
      </p:pic>
      <p:pic>
        <p:nvPicPr>
          <p:cNvPr id="27" name="图片 26">
            <a:extLst>
              <a:ext uri="{FF2B5EF4-FFF2-40B4-BE49-F238E27FC236}">
                <a16:creationId xmlns:a16="http://schemas.microsoft.com/office/drawing/2014/main" id="{BE492EC4-01B8-66CA-C09B-CD9A3949B7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556" y="2596851"/>
            <a:ext cx="375385" cy="375385"/>
          </a:xfrm>
          <a:prstGeom prst="rect">
            <a:avLst/>
          </a:prstGeom>
        </p:spPr>
      </p:pic>
      <p:pic>
        <p:nvPicPr>
          <p:cNvPr id="241" name="图片 240">
            <a:extLst>
              <a:ext uri="{FF2B5EF4-FFF2-40B4-BE49-F238E27FC236}">
                <a16:creationId xmlns:a16="http://schemas.microsoft.com/office/drawing/2014/main" id="{CE7E2B6B-3C3F-AF12-A9B5-012E213FA775}"/>
              </a:ext>
            </a:extLst>
          </p:cNvPr>
          <p:cNvPicPr>
            <a:picLocks noChangeAspect="1"/>
          </p:cNvPicPr>
          <p:nvPr/>
        </p:nvPicPr>
        <p:blipFill>
          <a:blip r:embed="rId5"/>
          <a:stretch>
            <a:fillRect/>
          </a:stretch>
        </p:blipFill>
        <p:spPr>
          <a:xfrm>
            <a:off x="4357651" y="2001962"/>
            <a:ext cx="261611" cy="261611"/>
          </a:xfrm>
          <a:prstGeom prst="rect">
            <a:avLst/>
          </a:prstGeom>
        </p:spPr>
      </p:pic>
      <p:pic>
        <p:nvPicPr>
          <p:cNvPr id="243" name="图片 242">
            <a:extLst>
              <a:ext uri="{FF2B5EF4-FFF2-40B4-BE49-F238E27FC236}">
                <a16:creationId xmlns:a16="http://schemas.microsoft.com/office/drawing/2014/main" id="{67315F77-A7E1-7AE1-8FBB-7BB488FD0FC8}"/>
              </a:ext>
            </a:extLst>
          </p:cNvPr>
          <p:cNvPicPr>
            <a:picLocks noChangeAspect="1"/>
          </p:cNvPicPr>
          <p:nvPr/>
        </p:nvPicPr>
        <p:blipFill>
          <a:blip r:embed="rId5"/>
          <a:stretch>
            <a:fillRect/>
          </a:stretch>
        </p:blipFill>
        <p:spPr>
          <a:xfrm>
            <a:off x="5513552" y="1201082"/>
            <a:ext cx="261611" cy="261611"/>
          </a:xfrm>
          <a:prstGeom prst="rect">
            <a:avLst/>
          </a:prstGeom>
        </p:spPr>
      </p:pic>
      <p:pic>
        <p:nvPicPr>
          <p:cNvPr id="32" name="图片 31">
            <a:extLst>
              <a:ext uri="{FF2B5EF4-FFF2-40B4-BE49-F238E27FC236}">
                <a16:creationId xmlns:a16="http://schemas.microsoft.com/office/drawing/2014/main" id="{854AE5DB-3E8F-02E5-C55C-D7D7BEF32A88}"/>
              </a:ext>
            </a:extLst>
          </p:cNvPr>
          <p:cNvPicPr>
            <a:picLocks noChangeAspect="1"/>
          </p:cNvPicPr>
          <p:nvPr/>
        </p:nvPicPr>
        <p:blipFill>
          <a:blip r:embed="rId6"/>
          <a:stretch>
            <a:fillRect/>
          </a:stretch>
        </p:blipFill>
        <p:spPr>
          <a:xfrm>
            <a:off x="1819477" y="2616401"/>
            <a:ext cx="418102" cy="418102"/>
          </a:xfrm>
          <a:prstGeom prst="rect">
            <a:avLst/>
          </a:prstGeom>
        </p:spPr>
      </p:pic>
      <p:pic>
        <p:nvPicPr>
          <p:cNvPr id="265" name="图形 264" descr="框">
            <a:extLst>
              <a:ext uri="{FF2B5EF4-FFF2-40B4-BE49-F238E27FC236}">
                <a16:creationId xmlns:a16="http://schemas.microsoft.com/office/drawing/2014/main" id="{B30AEB94-55E0-66B3-ECB0-19B72D56A1A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2951" y="6407252"/>
            <a:ext cx="244174" cy="244174"/>
          </a:xfrm>
          <a:prstGeom prst="rect">
            <a:avLst/>
          </a:prstGeom>
        </p:spPr>
      </p:pic>
      <p:sp>
        <p:nvSpPr>
          <p:cNvPr id="5" name="矩形: 圆角 4">
            <a:extLst>
              <a:ext uri="{FF2B5EF4-FFF2-40B4-BE49-F238E27FC236}">
                <a16:creationId xmlns:a16="http://schemas.microsoft.com/office/drawing/2014/main" id="{1CFB01A6-1711-86F4-A1C4-434D8FCCA760}"/>
              </a:ext>
            </a:extLst>
          </p:cNvPr>
          <p:cNvSpPr/>
          <p:nvPr/>
        </p:nvSpPr>
        <p:spPr>
          <a:xfrm>
            <a:off x="4339895" y="1965083"/>
            <a:ext cx="4555671" cy="1960727"/>
          </a:xfrm>
          <a:prstGeom prst="roundRect">
            <a:avLst>
              <a:gd name="adj" fmla="val 3766"/>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CAD6CF19-811B-7847-B621-D4D8D30B6A8E}"/>
              </a:ext>
            </a:extLst>
          </p:cNvPr>
          <p:cNvSpPr/>
          <p:nvPr/>
        </p:nvSpPr>
        <p:spPr>
          <a:xfrm>
            <a:off x="6041589" y="686058"/>
            <a:ext cx="1425384" cy="809705"/>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91DC6467-7E38-E89F-FE6B-AA572AD49E77}"/>
              </a:ext>
            </a:extLst>
          </p:cNvPr>
          <p:cNvPicPr>
            <a:picLocks noChangeAspect="1"/>
          </p:cNvPicPr>
          <p:nvPr/>
        </p:nvPicPr>
        <p:blipFill>
          <a:blip r:embed="rId9"/>
          <a:stretch>
            <a:fillRect/>
          </a:stretch>
        </p:blipFill>
        <p:spPr>
          <a:xfrm>
            <a:off x="454441" y="3449514"/>
            <a:ext cx="313892" cy="313892"/>
          </a:xfrm>
          <a:prstGeom prst="rect">
            <a:avLst/>
          </a:prstGeom>
        </p:spPr>
      </p:pic>
      <p:pic>
        <p:nvPicPr>
          <p:cNvPr id="271" name="图片 270">
            <a:extLst>
              <a:ext uri="{FF2B5EF4-FFF2-40B4-BE49-F238E27FC236}">
                <a16:creationId xmlns:a16="http://schemas.microsoft.com/office/drawing/2014/main" id="{D34FC577-96BF-1DFF-4BEF-F0EF6A7DB727}"/>
              </a:ext>
            </a:extLst>
          </p:cNvPr>
          <p:cNvPicPr>
            <a:picLocks noChangeAspect="1"/>
          </p:cNvPicPr>
          <p:nvPr/>
        </p:nvPicPr>
        <p:blipFill>
          <a:blip r:embed="rId10"/>
          <a:stretch>
            <a:fillRect/>
          </a:stretch>
        </p:blipFill>
        <p:spPr>
          <a:xfrm>
            <a:off x="762872" y="6108065"/>
            <a:ext cx="384747" cy="384747"/>
          </a:xfrm>
          <a:prstGeom prst="rect">
            <a:avLst/>
          </a:prstGeom>
        </p:spPr>
      </p:pic>
      <p:grpSp>
        <p:nvGrpSpPr>
          <p:cNvPr id="30" name="组合 29">
            <a:extLst>
              <a:ext uri="{FF2B5EF4-FFF2-40B4-BE49-F238E27FC236}">
                <a16:creationId xmlns:a16="http://schemas.microsoft.com/office/drawing/2014/main" id="{ACFAAF5F-990D-AE35-9623-26280B84DBBF}"/>
              </a:ext>
            </a:extLst>
          </p:cNvPr>
          <p:cNvGrpSpPr/>
          <p:nvPr/>
        </p:nvGrpSpPr>
        <p:grpSpPr>
          <a:xfrm>
            <a:off x="2788117" y="2078517"/>
            <a:ext cx="1116120" cy="717474"/>
            <a:chOff x="6298159" y="363032"/>
            <a:chExt cx="1116120" cy="717474"/>
          </a:xfrm>
        </p:grpSpPr>
        <p:sp>
          <p:nvSpPr>
            <p:cNvPr id="53" name="矩形: 圆角 52">
              <a:extLst>
                <a:ext uri="{FF2B5EF4-FFF2-40B4-BE49-F238E27FC236}">
                  <a16:creationId xmlns:a16="http://schemas.microsoft.com/office/drawing/2014/main" id="{C0655033-7E0F-B889-A119-4577C5C25FB8}"/>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64" name="图片 63">
              <a:extLst>
                <a:ext uri="{FF2B5EF4-FFF2-40B4-BE49-F238E27FC236}">
                  <a16:creationId xmlns:a16="http://schemas.microsoft.com/office/drawing/2014/main" id="{8D48C71C-74BC-38C5-819D-01F8FFA82EA0}"/>
                </a:ext>
              </a:extLst>
            </p:cNvPr>
            <p:cNvPicPr>
              <a:picLocks noChangeAspect="1"/>
            </p:cNvPicPr>
            <p:nvPr/>
          </p:nvPicPr>
          <p:blipFill>
            <a:blip r:embed="rId10"/>
            <a:stretch>
              <a:fillRect/>
            </a:stretch>
          </p:blipFill>
          <p:spPr>
            <a:xfrm>
              <a:off x="6298159" y="672702"/>
              <a:ext cx="407804" cy="407804"/>
            </a:xfrm>
            <a:prstGeom prst="rect">
              <a:avLst/>
            </a:prstGeom>
          </p:spPr>
        </p:pic>
        <p:sp>
          <p:nvSpPr>
            <p:cNvPr id="65" name="TextBox 154">
              <a:extLst>
                <a:ext uri="{FF2B5EF4-FFF2-40B4-BE49-F238E27FC236}">
                  <a16:creationId xmlns:a16="http://schemas.microsoft.com/office/drawing/2014/main" id="{7E60588B-E8AF-E999-B25D-A420E684B64E}"/>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67" name="矩形 66">
              <a:extLst>
                <a:ext uri="{FF2B5EF4-FFF2-40B4-BE49-F238E27FC236}">
                  <a16:creationId xmlns:a16="http://schemas.microsoft.com/office/drawing/2014/main" id="{75E2EE0F-68DE-F643-6337-E994F3171498}"/>
                </a:ext>
              </a:extLst>
            </p:cNvPr>
            <p:cNvSpPr/>
            <p:nvPr/>
          </p:nvSpPr>
          <p:spPr>
            <a:xfrm>
              <a:off x="6452191"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800" dirty="0">
                  <a:latin typeface="微软雅黑" panose="020B0503020204020204" pitchFamily="34" charset="-122"/>
                  <a:ea typeface="微软雅黑" panose="020B0503020204020204" pitchFamily="34" charset="-122"/>
                </a:rPr>
                <a:t>nginx</a:t>
              </a:r>
              <a:endParaRPr lang="zh-CN" altLang="en-US" sz="800" dirty="0">
                <a:latin typeface="微软雅黑" panose="020B0503020204020204" pitchFamily="34" charset="-122"/>
                <a:ea typeface="微软雅黑" panose="020B0503020204020204" pitchFamily="34" charset="-122"/>
              </a:endParaRPr>
            </a:p>
          </p:txBody>
        </p:sp>
      </p:grpSp>
      <p:pic>
        <p:nvPicPr>
          <p:cNvPr id="69" name="图片 68">
            <a:extLst>
              <a:ext uri="{FF2B5EF4-FFF2-40B4-BE49-F238E27FC236}">
                <a16:creationId xmlns:a16="http://schemas.microsoft.com/office/drawing/2014/main" id="{714F4D6D-65E6-D7B3-CC1C-362C08840411}"/>
              </a:ext>
            </a:extLst>
          </p:cNvPr>
          <p:cNvPicPr>
            <a:picLocks noChangeAspect="1"/>
          </p:cNvPicPr>
          <p:nvPr/>
        </p:nvPicPr>
        <p:blipFill>
          <a:blip r:embed="rId10"/>
          <a:stretch>
            <a:fillRect/>
          </a:stretch>
        </p:blipFill>
        <p:spPr>
          <a:xfrm>
            <a:off x="4985015" y="3336595"/>
            <a:ext cx="407804" cy="407804"/>
          </a:xfrm>
          <a:prstGeom prst="rect">
            <a:avLst/>
          </a:prstGeom>
        </p:spPr>
      </p:pic>
      <p:sp>
        <p:nvSpPr>
          <p:cNvPr id="70" name="TextBox 154">
            <a:extLst>
              <a:ext uri="{FF2B5EF4-FFF2-40B4-BE49-F238E27FC236}">
                <a16:creationId xmlns:a16="http://schemas.microsoft.com/office/drawing/2014/main" id="{6A6CCC4D-E4CF-227D-05B1-82F40683A8D0}"/>
              </a:ext>
            </a:extLst>
          </p:cNvPr>
          <p:cNvSpPr txBox="1"/>
          <p:nvPr/>
        </p:nvSpPr>
        <p:spPr>
          <a:xfrm>
            <a:off x="4843681" y="3640696"/>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74" name="矩形 73">
            <a:extLst>
              <a:ext uri="{FF2B5EF4-FFF2-40B4-BE49-F238E27FC236}">
                <a16:creationId xmlns:a16="http://schemas.microsoft.com/office/drawing/2014/main" id="{1005D804-F0E4-9A78-0435-FD286E6DD2F7}"/>
              </a:ext>
            </a:extLst>
          </p:cNvPr>
          <p:cNvSpPr/>
          <p:nvPr/>
        </p:nvSpPr>
        <p:spPr>
          <a:xfrm>
            <a:off x="4739204" y="2881209"/>
            <a:ext cx="506250" cy="222442"/>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MC</a:t>
            </a:r>
            <a:endParaRPr lang="zh-CN" altLang="en-US" sz="1600" dirty="0"/>
          </a:p>
        </p:txBody>
      </p:sp>
      <p:sp>
        <p:nvSpPr>
          <p:cNvPr id="75" name="矩形 74">
            <a:extLst>
              <a:ext uri="{FF2B5EF4-FFF2-40B4-BE49-F238E27FC236}">
                <a16:creationId xmlns:a16="http://schemas.microsoft.com/office/drawing/2014/main" id="{DC53A406-75F0-AE35-AC84-D3FD5762FB80}"/>
              </a:ext>
            </a:extLst>
          </p:cNvPr>
          <p:cNvSpPr/>
          <p:nvPr/>
        </p:nvSpPr>
        <p:spPr>
          <a:xfrm>
            <a:off x="4702526" y="2411193"/>
            <a:ext cx="499176" cy="24798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web</a:t>
            </a:r>
            <a:endParaRPr lang="zh-CN" altLang="en-US" sz="1600" dirty="0"/>
          </a:p>
        </p:txBody>
      </p:sp>
      <p:sp>
        <p:nvSpPr>
          <p:cNvPr id="82" name="矩形 81">
            <a:extLst>
              <a:ext uri="{FF2B5EF4-FFF2-40B4-BE49-F238E27FC236}">
                <a16:creationId xmlns:a16="http://schemas.microsoft.com/office/drawing/2014/main" id="{D8552FBE-CDEB-F4FF-E033-DD8FC15F987C}"/>
              </a:ext>
            </a:extLst>
          </p:cNvPr>
          <p:cNvSpPr/>
          <p:nvPr/>
        </p:nvSpPr>
        <p:spPr>
          <a:xfrm>
            <a:off x="2722617" y="1785023"/>
            <a:ext cx="1068033" cy="19783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9" name="组合 108">
            <a:extLst>
              <a:ext uri="{FF2B5EF4-FFF2-40B4-BE49-F238E27FC236}">
                <a16:creationId xmlns:a16="http://schemas.microsoft.com/office/drawing/2014/main" id="{554EBBE4-E851-38FD-2085-D3B375FBEE22}"/>
              </a:ext>
            </a:extLst>
          </p:cNvPr>
          <p:cNvGrpSpPr/>
          <p:nvPr/>
        </p:nvGrpSpPr>
        <p:grpSpPr>
          <a:xfrm>
            <a:off x="2798991" y="3012703"/>
            <a:ext cx="1116120" cy="717474"/>
            <a:chOff x="6298159" y="363032"/>
            <a:chExt cx="1116120" cy="717474"/>
          </a:xfrm>
        </p:grpSpPr>
        <p:sp>
          <p:nvSpPr>
            <p:cNvPr id="110" name="矩形: 圆角 109">
              <a:extLst>
                <a:ext uri="{FF2B5EF4-FFF2-40B4-BE49-F238E27FC236}">
                  <a16:creationId xmlns:a16="http://schemas.microsoft.com/office/drawing/2014/main" id="{D54E61C3-2B03-24EE-9C4B-EAF147074EFD}"/>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11" name="图片 110">
              <a:extLst>
                <a:ext uri="{FF2B5EF4-FFF2-40B4-BE49-F238E27FC236}">
                  <a16:creationId xmlns:a16="http://schemas.microsoft.com/office/drawing/2014/main" id="{21A7BA3F-3187-C8D1-0BB6-619E356CAF1C}"/>
                </a:ext>
              </a:extLst>
            </p:cNvPr>
            <p:cNvPicPr>
              <a:picLocks noChangeAspect="1"/>
            </p:cNvPicPr>
            <p:nvPr/>
          </p:nvPicPr>
          <p:blipFill>
            <a:blip r:embed="rId10"/>
            <a:stretch>
              <a:fillRect/>
            </a:stretch>
          </p:blipFill>
          <p:spPr>
            <a:xfrm>
              <a:off x="6298159" y="672702"/>
              <a:ext cx="407804" cy="407804"/>
            </a:xfrm>
            <a:prstGeom prst="rect">
              <a:avLst/>
            </a:prstGeom>
          </p:spPr>
        </p:pic>
        <p:sp>
          <p:nvSpPr>
            <p:cNvPr id="112" name="TextBox 154">
              <a:extLst>
                <a:ext uri="{FF2B5EF4-FFF2-40B4-BE49-F238E27FC236}">
                  <a16:creationId xmlns:a16="http://schemas.microsoft.com/office/drawing/2014/main" id="{40AE63C1-5692-7B54-0A53-EF5FDD83AAAB}"/>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113" name="矩形 112">
              <a:extLst>
                <a:ext uri="{FF2B5EF4-FFF2-40B4-BE49-F238E27FC236}">
                  <a16:creationId xmlns:a16="http://schemas.microsoft.com/office/drawing/2014/main" id="{FFD9CE47-7F56-A844-790A-192C3ED74627}"/>
                </a:ext>
              </a:extLst>
            </p:cNvPr>
            <p:cNvSpPr/>
            <p:nvPr/>
          </p:nvSpPr>
          <p:spPr>
            <a:xfrm>
              <a:off x="6452191"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800" dirty="0">
                  <a:latin typeface="微软雅黑" panose="020B0503020204020204" pitchFamily="34" charset="-122"/>
                  <a:ea typeface="微软雅黑" panose="020B0503020204020204" pitchFamily="34" charset="-122"/>
                </a:rPr>
                <a:t>nginx</a:t>
              </a:r>
              <a:endParaRPr lang="zh-CN" altLang="en-US" sz="800" dirty="0">
                <a:latin typeface="微软雅黑" panose="020B0503020204020204" pitchFamily="34" charset="-122"/>
                <a:ea typeface="微软雅黑" panose="020B0503020204020204" pitchFamily="34" charset="-122"/>
              </a:endParaRPr>
            </a:p>
          </p:txBody>
        </p:sp>
      </p:grpSp>
      <p:grpSp>
        <p:nvGrpSpPr>
          <p:cNvPr id="115" name="组合 114">
            <a:extLst>
              <a:ext uri="{FF2B5EF4-FFF2-40B4-BE49-F238E27FC236}">
                <a16:creationId xmlns:a16="http://schemas.microsoft.com/office/drawing/2014/main" id="{2951A3F6-5ABE-00C1-05E1-4936E9253535}"/>
              </a:ext>
            </a:extLst>
          </p:cNvPr>
          <p:cNvGrpSpPr/>
          <p:nvPr/>
        </p:nvGrpSpPr>
        <p:grpSpPr>
          <a:xfrm>
            <a:off x="3730554" y="4720756"/>
            <a:ext cx="1116120" cy="717474"/>
            <a:chOff x="6298159" y="363032"/>
            <a:chExt cx="1116120" cy="717474"/>
          </a:xfrm>
        </p:grpSpPr>
        <p:sp>
          <p:nvSpPr>
            <p:cNvPr id="116" name="矩形: 圆角 115">
              <a:extLst>
                <a:ext uri="{FF2B5EF4-FFF2-40B4-BE49-F238E27FC236}">
                  <a16:creationId xmlns:a16="http://schemas.microsoft.com/office/drawing/2014/main" id="{724D56FC-4A65-1EFC-9D17-7B874E2994A3}"/>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17" name="图片 116">
              <a:extLst>
                <a:ext uri="{FF2B5EF4-FFF2-40B4-BE49-F238E27FC236}">
                  <a16:creationId xmlns:a16="http://schemas.microsoft.com/office/drawing/2014/main" id="{E6D5876B-E6C0-9EA4-2786-0FF251F352C5}"/>
                </a:ext>
              </a:extLst>
            </p:cNvPr>
            <p:cNvPicPr>
              <a:picLocks noChangeAspect="1"/>
            </p:cNvPicPr>
            <p:nvPr/>
          </p:nvPicPr>
          <p:blipFill>
            <a:blip r:embed="rId10"/>
            <a:stretch>
              <a:fillRect/>
            </a:stretch>
          </p:blipFill>
          <p:spPr>
            <a:xfrm>
              <a:off x="6298159" y="672702"/>
              <a:ext cx="407804" cy="407804"/>
            </a:xfrm>
            <a:prstGeom prst="rect">
              <a:avLst/>
            </a:prstGeom>
          </p:spPr>
        </p:pic>
        <p:sp>
          <p:nvSpPr>
            <p:cNvPr id="118" name="TextBox 154">
              <a:extLst>
                <a:ext uri="{FF2B5EF4-FFF2-40B4-BE49-F238E27FC236}">
                  <a16:creationId xmlns:a16="http://schemas.microsoft.com/office/drawing/2014/main" id="{52EBAF90-6E81-2936-A616-D78574319C59}"/>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119" name="矩形 118">
              <a:extLst>
                <a:ext uri="{FF2B5EF4-FFF2-40B4-BE49-F238E27FC236}">
                  <a16:creationId xmlns:a16="http://schemas.microsoft.com/office/drawing/2014/main" id="{C3B601C4-0A95-18E5-D169-D3F45F4A12E8}"/>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grpSp>
      <p:sp>
        <p:nvSpPr>
          <p:cNvPr id="131" name="矩形 130">
            <a:extLst>
              <a:ext uri="{FF2B5EF4-FFF2-40B4-BE49-F238E27FC236}">
                <a16:creationId xmlns:a16="http://schemas.microsoft.com/office/drawing/2014/main" id="{A8F03D8F-8480-B475-FD9B-A06B260884BE}"/>
              </a:ext>
            </a:extLst>
          </p:cNvPr>
          <p:cNvSpPr/>
          <p:nvPr/>
        </p:nvSpPr>
        <p:spPr>
          <a:xfrm>
            <a:off x="3755702" y="4533817"/>
            <a:ext cx="2862029" cy="102760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a:extLst>
              <a:ext uri="{FF2B5EF4-FFF2-40B4-BE49-F238E27FC236}">
                <a16:creationId xmlns:a16="http://schemas.microsoft.com/office/drawing/2014/main" id="{DA7E70A8-ADF7-3C0F-F79E-D5A3CEDEB3A0}"/>
              </a:ext>
            </a:extLst>
          </p:cNvPr>
          <p:cNvSpPr/>
          <p:nvPr/>
        </p:nvSpPr>
        <p:spPr>
          <a:xfrm>
            <a:off x="3764368" y="5676856"/>
            <a:ext cx="2862029" cy="102760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0" name="组合 199">
            <a:extLst>
              <a:ext uri="{FF2B5EF4-FFF2-40B4-BE49-F238E27FC236}">
                <a16:creationId xmlns:a16="http://schemas.microsoft.com/office/drawing/2014/main" id="{71D5D56C-D747-3FA1-9A76-D0D11ACE91F3}"/>
              </a:ext>
            </a:extLst>
          </p:cNvPr>
          <p:cNvGrpSpPr/>
          <p:nvPr/>
        </p:nvGrpSpPr>
        <p:grpSpPr>
          <a:xfrm>
            <a:off x="4677318" y="4735254"/>
            <a:ext cx="1116120" cy="717474"/>
            <a:chOff x="6298159" y="363032"/>
            <a:chExt cx="1116120" cy="717474"/>
          </a:xfrm>
        </p:grpSpPr>
        <p:sp>
          <p:nvSpPr>
            <p:cNvPr id="201" name="矩形: 圆角 200">
              <a:extLst>
                <a:ext uri="{FF2B5EF4-FFF2-40B4-BE49-F238E27FC236}">
                  <a16:creationId xmlns:a16="http://schemas.microsoft.com/office/drawing/2014/main" id="{BA96F4C4-9587-6226-893E-50DB53F69C5A}"/>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02" name="图片 201">
              <a:extLst>
                <a:ext uri="{FF2B5EF4-FFF2-40B4-BE49-F238E27FC236}">
                  <a16:creationId xmlns:a16="http://schemas.microsoft.com/office/drawing/2014/main" id="{1B482B1F-DD56-F088-F674-560C13C8B2A8}"/>
                </a:ext>
              </a:extLst>
            </p:cNvPr>
            <p:cNvPicPr>
              <a:picLocks noChangeAspect="1"/>
            </p:cNvPicPr>
            <p:nvPr/>
          </p:nvPicPr>
          <p:blipFill>
            <a:blip r:embed="rId10"/>
            <a:stretch>
              <a:fillRect/>
            </a:stretch>
          </p:blipFill>
          <p:spPr>
            <a:xfrm>
              <a:off x="6298159" y="672702"/>
              <a:ext cx="407804" cy="407804"/>
            </a:xfrm>
            <a:prstGeom prst="rect">
              <a:avLst/>
            </a:prstGeom>
          </p:spPr>
        </p:pic>
        <p:sp>
          <p:nvSpPr>
            <p:cNvPr id="203" name="TextBox 154">
              <a:extLst>
                <a:ext uri="{FF2B5EF4-FFF2-40B4-BE49-F238E27FC236}">
                  <a16:creationId xmlns:a16="http://schemas.microsoft.com/office/drawing/2014/main" id="{D27D31EA-D5DE-D806-A1CB-16BCC3F1A40A}"/>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204" name="矩形 203">
              <a:extLst>
                <a:ext uri="{FF2B5EF4-FFF2-40B4-BE49-F238E27FC236}">
                  <a16:creationId xmlns:a16="http://schemas.microsoft.com/office/drawing/2014/main" id="{800BCC3C-F0C8-29B0-35DA-E624FFA9C967}"/>
                </a:ext>
              </a:extLst>
            </p:cNvPr>
            <p:cNvSpPr/>
            <p:nvPr/>
          </p:nvSpPr>
          <p:spPr>
            <a:xfrm>
              <a:off x="6427525"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grpSp>
      <p:grpSp>
        <p:nvGrpSpPr>
          <p:cNvPr id="205" name="组合 204">
            <a:extLst>
              <a:ext uri="{FF2B5EF4-FFF2-40B4-BE49-F238E27FC236}">
                <a16:creationId xmlns:a16="http://schemas.microsoft.com/office/drawing/2014/main" id="{E4DE9C81-36B7-1E7F-E6A8-E3A061586992}"/>
              </a:ext>
            </a:extLst>
          </p:cNvPr>
          <p:cNvGrpSpPr/>
          <p:nvPr/>
        </p:nvGrpSpPr>
        <p:grpSpPr>
          <a:xfrm>
            <a:off x="5633785" y="4735254"/>
            <a:ext cx="1116120" cy="717474"/>
            <a:chOff x="6298159" y="363032"/>
            <a:chExt cx="1116120" cy="717474"/>
          </a:xfrm>
        </p:grpSpPr>
        <p:sp>
          <p:nvSpPr>
            <p:cNvPr id="206" name="矩形: 圆角 205">
              <a:extLst>
                <a:ext uri="{FF2B5EF4-FFF2-40B4-BE49-F238E27FC236}">
                  <a16:creationId xmlns:a16="http://schemas.microsoft.com/office/drawing/2014/main" id="{09C69A55-E87F-2272-723D-C95B04B275B8}"/>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07" name="图片 206">
              <a:extLst>
                <a:ext uri="{FF2B5EF4-FFF2-40B4-BE49-F238E27FC236}">
                  <a16:creationId xmlns:a16="http://schemas.microsoft.com/office/drawing/2014/main" id="{F0C46DD4-2614-A677-E6F9-79BB3EC03D08}"/>
                </a:ext>
              </a:extLst>
            </p:cNvPr>
            <p:cNvPicPr>
              <a:picLocks noChangeAspect="1"/>
            </p:cNvPicPr>
            <p:nvPr/>
          </p:nvPicPr>
          <p:blipFill>
            <a:blip r:embed="rId10"/>
            <a:stretch>
              <a:fillRect/>
            </a:stretch>
          </p:blipFill>
          <p:spPr>
            <a:xfrm>
              <a:off x="6298159" y="672702"/>
              <a:ext cx="407804" cy="407804"/>
            </a:xfrm>
            <a:prstGeom prst="rect">
              <a:avLst/>
            </a:prstGeom>
          </p:spPr>
        </p:pic>
        <p:sp>
          <p:nvSpPr>
            <p:cNvPr id="208" name="TextBox 154">
              <a:extLst>
                <a:ext uri="{FF2B5EF4-FFF2-40B4-BE49-F238E27FC236}">
                  <a16:creationId xmlns:a16="http://schemas.microsoft.com/office/drawing/2014/main" id="{BB563711-E338-694D-EB56-3C381D01F4A7}"/>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210" name="矩形 209">
              <a:extLst>
                <a:ext uri="{FF2B5EF4-FFF2-40B4-BE49-F238E27FC236}">
                  <a16:creationId xmlns:a16="http://schemas.microsoft.com/office/drawing/2014/main" id="{88B7067A-AF41-4391-BC26-6F10BA9F45E5}"/>
                </a:ext>
              </a:extLst>
            </p:cNvPr>
            <p:cNvSpPr/>
            <p:nvPr/>
          </p:nvSpPr>
          <p:spPr>
            <a:xfrm>
              <a:off x="6426790"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Zookeeper</a:t>
              </a:r>
              <a:endParaRPr lang="zh-CN" altLang="en-US" sz="800" dirty="0">
                <a:latin typeface="微软雅黑" panose="020B0503020204020204" pitchFamily="34" charset="-122"/>
                <a:ea typeface="微软雅黑" panose="020B0503020204020204" pitchFamily="34" charset="-122"/>
              </a:endParaRPr>
            </a:p>
          </p:txBody>
        </p:sp>
      </p:grpSp>
      <p:grpSp>
        <p:nvGrpSpPr>
          <p:cNvPr id="312" name="组合 311">
            <a:extLst>
              <a:ext uri="{FF2B5EF4-FFF2-40B4-BE49-F238E27FC236}">
                <a16:creationId xmlns:a16="http://schemas.microsoft.com/office/drawing/2014/main" id="{CC2AFC33-DD25-59C2-1FB1-A86FA79F06C3}"/>
              </a:ext>
            </a:extLst>
          </p:cNvPr>
          <p:cNvGrpSpPr/>
          <p:nvPr/>
        </p:nvGrpSpPr>
        <p:grpSpPr>
          <a:xfrm>
            <a:off x="6760662" y="4731777"/>
            <a:ext cx="1116120" cy="717474"/>
            <a:chOff x="6298159" y="363032"/>
            <a:chExt cx="1116120" cy="717474"/>
          </a:xfrm>
        </p:grpSpPr>
        <p:sp>
          <p:nvSpPr>
            <p:cNvPr id="313" name="矩形: 圆角 312">
              <a:extLst>
                <a:ext uri="{FF2B5EF4-FFF2-40B4-BE49-F238E27FC236}">
                  <a16:creationId xmlns:a16="http://schemas.microsoft.com/office/drawing/2014/main" id="{F887F124-D7C1-41F6-FAA8-BB45FE95EA3B}"/>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14" name="图片 313">
              <a:extLst>
                <a:ext uri="{FF2B5EF4-FFF2-40B4-BE49-F238E27FC236}">
                  <a16:creationId xmlns:a16="http://schemas.microsoft.com/office/drawing/2014/main" id="{8E8AE625-2CF0-CB24-43FB-F79204D182B2}"/>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15" name="TextBox 154">
              <a:extLst>
                <a:ext uri="{FF2B5EF4-FFF2-40B4-BE49-F238E27FC236}">
                  <a16:creationId xmlns:a16="http://schemas.microsoft.com/office/drawing/2014/main" id="{46D6EB62-8E35-D872-5444-7B5CADCD4309}"/>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16" name="矩形 315">
              <a:extLst>
                <a:ext uri="{FF2B5EF4-FFF2-40B4-BE49-F238E27FC236}">
                  <a16:creationId xmlns:a16="http://schemas.microsoft.com/office/drawing/2014/main" id="{1C81AD8E-6732-DEF9-BCDE-79D1196364E5}"/>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Redis</a:t>
              </a:r>
              <a:endParaRPr lang="zh-CN" altLang="en-US" sz="800" dirty="0">
                <a:latin typeface="微软雅黑" panose="020B0503020204020204" pitchFamily="34" charset="-122"/>
                <a:ea typeface="微软雅黑" panose="020B0503020204020204" pitchFamily="34" charset="-122"/>
              </a:endParaRPr>
            </a:p>
          </p:txBody>
        </p:sp>
      </p:grpSp>
      <p:sp>
        <p:nvSpPr>
          <p:cNvPr id="317" name="矩形 316">
            <a:extLst>
              <a:ext uri="{FF2B5EF4-FFF2-40B4-BE49-F238E27FC236}">
                <a16:creationId xmlns:a16="http://schemas.microsoft.com/office/drawing/2014/main" id="{8E5D9038-31BD-358D-F83D-60D6235154C7}"/>
              </a:ext>
            </a:extLst>
          </p:cNvPr>
          <p:cNvSpPr/>
          <p:nvPr/>
        </p:nvSpPr>
        <p:spPr>
          <a:xfrm>
            <a:off x="6785810" y="4502296"/>
            <a:ext cx="2862029" cy="107014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8" name="组合 317">
            <a:extLst>
              <a:ext uri="{FF2B5EF4-FFF2-40B4-BE49-F238E27FC236}">
                <a16:creationId xmlns:a16="http://schemas.microsoft.com/office/drawing/2014/main" id="{767F2EF5-E8CB-68D5-02A5-710B29E1210A}"/>
              </a:ext>
            </a:extLst>
          </p:cNvPr>
          <p:cNvGrpSpPr/>
          <p:nvPr/>
        </p:nvGrpSpPr>
        <p:grpSpPr>
          <a:xfrm>
            <a:off x="7707426" y="4746275"/>
            <a:ext cx="1116120" cy="717474"/>
            <a:chOff x="6298159" y="363032"/>
            <a:chExt cx="1116120" cy="717474"/>
          </a:xfrm>
        </p:grpSpPr>
        <p:sp>
          <p:nvSpPr>
            <p:cNvPr id="319" name="矩形: 圆角 318">
              <a:extLst>
                <a:ext uri="{FF2B5EF4-FFF2-40B4-BE49-F238E27FC236}">
                  <a16:creationId xmlns:a16="http://schemas.microsoft.com/office/drawing/2014/main" id="{A2F7B6E3-B978-4749-55AD-3CFFCCE1BCF8}"/>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20" name="图片 319">
              <a:extLst>
                <a:ext uri="{FF2B5EF4-FFF2-40B4-BE49-F238E27FC236}">
                  <a16:creationId xmlns:a16="http://schemas.microsoft.com/office/drawing/2014/main" id="{F3C994F9-90BD-06A2-111C-9EE48691922E}"/>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21" name="TextBox 154">
              <a:extLst>
                <a:ext uri="{FF2B5EF4-FFF2-40B4-BE49-F238E27FC236}">
                  <a16:creationId xmlns:a16="http://schemas.microsoft.com/office/drawing/2014/main" id="{26BF8B56-FE96-ABA6-8E8D-0C725F0131C8}"/>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22" name="矩形 321">
              <a:extLst>
                <a:ext uri="{FF2B5EF4-FFF2-40B4-BE49-F238E27FC236}">
                  <a16:creationId xmlns:a16="http://schemas.microsoft.com/office/drawing/2014/main" id="{B3C7F95D-B7E0-9DD1-DA12-71917FF87449}"/>
                </a:ext>
              </a:extLst>
            </p:cNvPr>
            <p:cNvSpPr/>
            <p:nvPr/>
          </p:nvSpPr>
          <p:spPr>
            <a:xfrm>
              <a:off x="6427525"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err="1">
                  <a:latin typeface="微软雅黑" panose="020B0503020204020204" pitchFamily="34" charset="-122"/>
                  <a:ea typeface="微软雅黑" panose="020B0503020204020204" pitchFamily="34" charset="-122"/>
                </a:rPr>
                <a:t>redis</a:t>
              </a:r>
              <a:endParaRPr lang="zh-CN" altLang="en-US" sz="800" dirty="0">
                <a:latin typeface="微软雅黑" panose="020B0503020204020204" pitchFamily="34" charset="-122"/>
                <a:ea typeface="微软雅黑" panose="020B0503020204020204" pitchFamily="34" charset="-122"/>
              </a:endParaRPr>
            </a:p>
          </p:txBody>
        </p:sp>
      </p:grpSp>
      <p:grpSp>
        <p:nvGrpSpPr>
          <p:cNvPr id="323" name="组合 322">
            <a:extLst>
              <a:ext uri="{FF2B5EF4-FFF2-40B4-BE49-F238E27FC236}">
                <a16:creationId xmlns:a16="http://schemas.microsoft.com/office/drawing/2014/main" id="{7F2F20AF-1500-2187-69E0-1B1D0515F6F9}"/>
              </a:ext>
            </a:extLst>
          </p:cNvPr>
          <p:cNvGrpSpPr/>
          <p:nvPr/>
        </p:nvGrpSpPr>
        <p:grpSpPr>
          <a:xfrm>
            <a:off x="8663893" y="4746275"/>
            <a:ext cx="1116120" cy="717474"/>
            <a:chOff x="6298159" y="363032"/>
            <a:chExt cx="1116120" cy="717474"/>
          </a:xfrm>
        </p:grpSpPr>
        <p:sp>
          <p:nvSpPr>
            <p:cNvPr id="324" name="矩形: 圆角 323">
              <a:extLst>
                <a:ext uri="{FF2B5EF4-FFF2-40B4-BE49-F238E27FC236}">
                  <a16:creationId xmlns:a16="http://schemas.microsoft.com/office/drawing/2014/main" id="{C3045146-E8A7-3E1C-A703-FC933EC42286}"/>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325" name="图片 324">
              <a:extLst>
                <a:ext uri="{FF2B5EF4-FFF2-40B4-BE49-F238E27FC236}">
                  <a16:creationId xmlns:a16="http://schemas.microsoft.com/office/drawing/2014/main" id="{B75B42D0-B9A0-202F-6100-69FAE5A6759A}"/>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26" name="TextBox 154">
              <a:extLst>
                <a:ext uri="{FF2B5EF4-FFF2-40B4-BE49-F238E27FC236}">
                  <a16:creationId xmlns:a16="http://schemas.microsoft.com/office/drawing/2014/main" id="{A2B06CCF-4D0E-A8BF-8E07-9366030B3CFA}"/>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27" name="矩形 326">
              <a:extLst>
                <a:ext uri="{FF2B5EF4-FFF2-40B4-BE49-F238E27FC236}">
                  <a16:creationId xmlns:a16="http://schemas.microsoft.com/office/drawing/2014/main" id="{1A874BC0-407A-4218-CF01-AED0CC59188D}"/>
                </a:ext>
              </a:extLst>
            </p:cNvPr>
            <p:cNvSpPr/>
            <p:nvPr/>
          </p:nvSpPr>
          <p:spPr>
            <a:xfrm>
              <a:off x="6426790"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Redis</a:t>
              </a:r>
              <a:endParaRPr lang="zh-CN" altLang="en-US" sz="800" dirty="0">
                <a:latin typeface="微软雅黑" panose="020B0503020204020204" pitchFamily="34" charset="-122"/>
                <a:ea typeface="微软雅黑" panose="020B0503020204020204" pitchFamily="34" charset="-122"/>
              </a:endParaRPr>
            </a:p>
          </p:txBody>
        </p:sp>
      </p:grpSp>
      <p:grpSp>
        <p:nvGrpSpPr>
          <p:cNvPr id="328" name="组合 327">
            <a:extLst>
              <a:ext uri="{FF2B5EF4-FFF2-40B4-BE49-F238E27FC236}">
                <a16:creationId xmlns:a16="http://schemas.microsoft.com/office/drawing/2014/main" id="{54E6E88E-DA3E-140A-A350-BA9B8619B7CA}"/>
              </a:ext>
            </a:extLst>
          </p:cNvPr>
          <p:cNvGrpSpPr/>
          <p:nvPr/>
        </p:nvGrpSpPr>
        <p:grpSpPr>
          <a:xfrm>
            <a:off x="3754047" y="5776392"/>
            <a:ext cx="1116120" cy="717474"/>
            <a:chOff x="6298159" y="363032"/>
            <a:chExt cx="1116120" cy="717474"/>
          </a:xfrm>
        </p:grpSpPr>
        <p:sp>
          <p:nvSpPr>
            <p:cNvPr id="329" name="矩形: 圆角 328">
              <a:extLst>
                <a:ext uri="{FF2B5EF4-FFF2-40B4-BE49-F238E27FC236}">
                  <a16:creationId xmlns:a16="http://schemas.microsoft.com/office/drawing/2014/main" id="{87504DAF-386E-B9CF-8EA4-E46EF3F1B2A4}"/>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30" name="图片 329">
              <a:extLst>
                <a:ext uri="{FF2B5EF4-FFF2-40B4-BE49-F238E27FC236}">
                  <a16:creationId xmlns:a16="http://schemas.microsoft.com/office/drawing/2014/main" id="{87BD5646-A4DE-A382-A4EC-EEE28AEC3BCB}"/>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31" name="TextBox 154">
              <a:extLst>
                <a:ext uri="{FF2B5EF4-FFF2-40B4-BE49-F238E27FC236}">
                  <a16:creationId xmlns:a16="http://schemas.microsoft.com/office/drawing/2014/main" id="{3A9F2C41-91C5-60DA-D1AF-C168D72F594D}"/>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32" name="矩形 331">
              <a:extLst>
                <a:ext uri="{FF2B5EF4-FFF2-40B4-BE49-F238E27FC236}">
                  <a16:creationId xmlns:a16="http://schemas.microsoft.com/office/drawing/2014/main" id="{F88341DA-53F7-A324-B8B7-39EB36A503B1}"/>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RabbitMQ</a:t>
              </a:r>
              <a:endParaRPr lang="zh-CN" altLang="en-US" sz="800" dirty="0">
                <a:latin typeface="微软雅黑" panose="020B0503020204020204" pitchFamily="34" charset="-122"/>
                <a:ea typeface="微软雅黑" panose="020B0503020204020204" pitchFamily="34" charset="-122"/>
              </a:endParaRPr>
            </a:p>
          </p:txBody>
        </p:sp>
      </p:grpSp>
      <p:grpSp>
        <p:nvGrpSpPr>
          <p:cNvPr id="333" name="组合 332">
            <a:extLst>
              <a:ext uri="{FF2B5EF4-FFF2-40B4-BE49-F238E27FC236}">
                <a16:creationId xmlns:a16="http://schemas.microsoft.com/office/drawing/2014/main" id="{6013F846-EA53-0130-1C1D-C52A015D2C4F}"/>
              </a:ext>
            </a:extLst>
          </p:cNvPr>
          <p:cNvGrpSpPr/>
          <p:nvPr/>
        </p:nvGrpSpPr>
        <p:grpSpPr>
          <a:xfrm>
            <a:off x="4700811" y="5790890"/>
            <a:ext cx="1116120" cy="717474"/>
            <a:chOff x="6298159" y="363032"/>
            <a:chExt cx="1116120" cy="717474"/>
          </a:xfrm>
        </p:grpSpPr>
        <p:sp>
          <p:nvSpPr>
            <p:cNvPr id="334" name="矩形: 圆角 333">
              <a:extLst>
                <a:ext uri="{FF2B5EF4-FFF2-40B4-BE49-F238E27FC236}">
                  <a16:creationId xmlns:a16="http://schemas.microsoft.com/office/drawing/2014/main" id="{A7EC2759-4EB2-B30A-9FF3-82E7665B37B9}"/>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35" name="图片 334">
              <a:extLst>
                <a:ext uri="{FF2B5EF4-FFF2-40B4-BE49-F238E27FC236}">
                  <a16:creationId xmlns:a16="http://schemas.microsoft.com/office/drawing/2014/main" id="{6FF10BE2-9B5A-C00A-5B59-15786026B79F}"/>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36" name="TextBox 154">
              <a:extLst>
                <a:ext uri="{FF2B5EF4-FFF2-40B4-BE49-F238E27FC236}">
                  <a16:creationId xmlns:a16="http://schemas.microsoft.com/office/drawing/2014/main" id="{B78C9E86-4C48-0083-94F1-499DD3C292FA}"/>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37" name="矩形 336">
              <a:extLst>
                <a:ext uri="{FF2B5EF4-FFF2-40B4-BE49-F238E27FC236}">
                  <a16:creationId xmlns:a16="http://schemas.microsoft.com/office/drawing/2014/main" id="{7CC5F4C9-15A2-B689-EE11-C55E49DFA329}"/>
                </a:ext>
              </a:extLst>
            </p:cNvPr>
            <p:cNvSpPr/>
            <p:nvPr/>
          </p:nvSpPr>
          <p:spPr>
            <a:xfrm>
              <a:off x="6427525"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RabbitMQ</a:t>
              </a:r>
              <a:endParaRPr lang="zh-CN" altLang="en-US" sz="800" dirty="0">
                <a:latin typeface="微软雅黑" panose="020B0503020204020204" pitchFamily="34" charset="-122"/>
                <a:ea typeface="微软雅黑" panose="020B0503020204020204" pitchFamily="34" charset="-122"/>
              </a:endParaRPr>
            </a:p>
          </p:txBody>
        </p:sp>
      </p:grpSp>
      <p:grpSp>
        <p:nvGrpSpPr>
          <p:cNvPr id="338" name="组合 337">
            <a:extLst>
              <a:ext uri="{FF2B5EF4-FFF2-40B4-BE49-F238E27FC236}">
                <a16:creationId xmlns:a16="http://schemas.microsoft.com/office/drawing/2014/main" id="{BC4015A4-EF60-4475-DC21-67922060D818}"/>
              </a:ext>
            </a:extLst>
          </p:cNvPr>
          <p:cNvGrpSpPr/>
          <p:nvPr/>
        </p:nvGrpSpPr>
        <p:grpSpPr>
          <a:xfrm>
            <a:off x="5657278" y="5790890"/>
            <a:ext cx="1116120" cy="717474"/>
            <a:chOff x="6298159" y="363032"/>
            <a:chExt cx="1116120" cy="717474"/>
          </a:xfrm>
        </p:grpSpPr>
        <p:sp>
          <p:nvSpPr>
            <p:cNvPr id="339" name="矩形: 圆角 338">
              <a:extLst>
                <a:ext uri="{FF2B5EF4-FFF2-40B4-BE49-F238E27FC236}">
                  <a16:creationId xmlns:a16="http://schemas.microsoft.com/office/drawing/2014/main" id="{9C22A7AC-3783-7753-95B3-89077527075C}"/>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40" name="图片 339">
              <a:extLst>
                <a:ext uri="{FF2B5EF4-FFF2-40B4-BE49-F238E27FC236}">
                  <a16:creationId xmlns:a16="http://schemas.microsoft.com/office/drawing/2014/main" id="{FB442022-F1CB-7138-EA52-82BD7A649AE0}"/>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41" name="TextBox 154">
              <a:extLst>
                <a:ext uri="{FF2B5EF4-FFF2-40B4-BE49-F238E27FC236}">
                  <a16:creationId xmlns:a16="http://schemas.microsoft.com/office/drawing/2014/main" id="{7C608E7C-099F-2276-3818-69DD22E7196A}"/>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42" name="矩形 341">
              <a:extLst>
                <a:ext uri="{FF2B5EF4-FFF2-40B4-BE49-F238E27FC236}">
                  <a16:creationId xmlns:a16="http://schemas.microsoft.com/office/drawing/2014/main" id="{5445AC06-FFB1-CA2F-34FA-177907B4185C}"/>
                </a:ext>
              </a:extLst>
            </p:cNvPr>
            <p:cNvSpPr/>
            <p:nvPr/>
          </p:nvSpPr>
          <p:spPr>
            <a:xfrm>
              <a:off x="6426790"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RabbitMQ</a:t>
              </a:r>
              <a:endParaRPr lang="zh-CN" altLang="en-US" sz="800" dirty="0">
                <a:latin typeface="微软雅黑" panose="020B0503020204020204" pitchFamily="34" charset="-122"/>
                <a:ea typeface="微软雅黑" panose="020B0503020204020204" pitchFamily="34" charset="-122"/>
              </a:endParaRPr>
            </a:p>
          </p:txBody>
        </p:sp>
      </p:grpSp>
      <p:sp>
        <p:nvSpPr>
          <p:cNvPr id="343" name="TextBox 154">
            <a:extLst>
              <a:ext uri="{FF2B5EF4-FFF2-40B4-BE49-F238E27FC236}">
                <a16:creationId xmlns:a16="http://schemas.microsoft.com/office/drawing/2014/main" id="{789D5BD0-1998-4A83-D2D5-CC46BA0A07FA}"/>
              </a:ext>
            </a:extLst>
          </p:cNvPr>
          <p:cNvSpPr txBox="1"/>
          <p:nvPr/>
        </p:nvSpPr>
        <p:spPr>
          <a:xfrm>
            <a:off x="4380860" y="4492359"/>
            <a:ext cx="1845186"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1050" dirty="0">
                <a:solidFill>
                  <a:schemeClr val="tx1"/>
                </a:solidFill>
                <a:latin typeface="微软雅黑" panose="020B0503020204020204" pitchFamily="34" charset="-122"/>
                <a:ea typeface="微软雅黑" panose="020B0503020204020204" pitchFamily="34" charset="-122"/>
              </a:rPr>
              <a:t>Zookeeper</a:t>
            </a:r>
            <a:r>
              <a:rPr lang="zh-CN" altLang="en-US" sz="1050" dirty="0">
                <a:solidFill>
                  <a:schemeClr val="tx1"/>
                </a:solidFill>
                <a:latin typeface="微软雅黑" panose="020B0503020204020204" pitchFamily="34" charset="-122"/>
                <a:ea typeface="微软雅黑" panose="020B0503020204020204" pitchFamily="34" charset="-122"/>
              </a:rPr>
              <a:t>集群</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355" name="组合 354">
            <a:extLst>
              <a:ext uri="{FF2B5EF4-FFF2-40B4-BE49-F238E27FC236}">
                <a16:creationId xmlns:a16="http://schemas.microsoft.com/office/drawing/2014/main" id="{2AAE6F6B-6AF6-D006-C287-F30CC18EEA6F}"/>
              </a:ext>
            </a:extLst>
          </p:cNvPr>
          <p:cNvGrpSpPr/>
          <p:nvPr/>
        </p:nvGrpSpPr>
        <p:grpSpPr>
          <a:xfrm>
            <a:off x="6743458" y="5821228"/>
            <a:ext cx="1974097" cy="784113"/>
            <a:chOff x="6964840" y="5770428"/>
            <a:chExt cx="1974097" cy="784113"/>
          </a:xfrm>
        </p:grpSpPr>
        <p:sp>
          <p:nvSpPr>
            <p:cNvPr id="345" name="矩形: 圆角 344">
              <a:extLst>
                <a:ext uri="{FF2B5EF4-FFF2-40B4-BE49-F238E27FC236}">
                  <a16:creationId xmlns:a16="http://schemas.microsoft.com/office/drawing/2014/main" id="{8B215D5D-E53A-8AD0-2959-71F0913382C7}"/>
                </a:ext>
              </a:extLst>
            </p:cNvPr>
            <p:cNvSpPr/>
            <p:nvPr/>
          </p:nvSpPr>
          <p:spPr>
            <a:xfrm>
              <a:off x="7095649" y="5770428"/>
              <a:ext cx="1843288" cy="784113"/>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46" name="图片 345">
              <a:extLst>
                <a:ext uri="{FF2B5EF4-FFF2-40B4-BE49-F238E27FC236}">
                  <a16:creationId xmlns:a16="http://schemas.microsoft.com/office/drawing/2014/main" id="{62B3541C-431F-391B-0347-F3C720DC9FB3}"/>
                </a:ext>
              </a:extLst>
            </p:cNvPr>
            <p:cNvPicPr>
              <a:picLocks noChangeAspect="1"/>
            </p:cNvPicPr>
            <p:nvPr/>
          </p:nvPicPr>
          <p:blipFill>
            <a:blip r:embed="rId10"/>
            <a:stretch>
              <a:fillRect/>
            </a:stretch>
          </p:blipFill>
          <p:spPr>
            <a:xfrm>
              <a:off x="7080148" y="6115769"/>
              <a:ext cx="407804" cy="407804"/>
            </a:xfrm>
            <a:prstGeom prst="rect">
              <a:avLst/>
            </a:prstGeom>
          </p:spPr>
        </p:pic>
        <p:sp>
          <p:nvSpPr>
            <p:cNvPr id="347" name="TextBox 154">
              <a:extLst>
                <a:ext uri="{FF2B5EF4-FFF2-40B4-BE49-F238E27FC236}">
                  <a16:creationId xmlns:a16="http://schemas.microsoft.com/office/drawing/2014/main" id="{CB3CFAC8-D80F-F2C5-AE86-D179279A5164}"/>
                </a:ext>
              </a:extLst>
            </p:cNvPr>
            <p:cNvSpPr txBox="1"/>
            <p:nvPr/>
          </p:nvSpPr>
          <p:spPr>
            <a:xfrm>
              <a:off x="7343991" y="6179334"/>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48" name="矩形 347">
              <a:extLst>
                <a:ext uri="{FF2B5EF4-FFF2-40B4-BE49-F238E27FC236}">
                  <a16:creationId xmlns:a16="http://schemas.microsoft.com/office/drawing/2014/main" id="{01E61A97-4413-98C1-7A35-3529AA852A16}"/>
                </a:ext>
              </a:extLst>
            </p:cNvPr>
            <p:cNvSpPr/>
            <p:nvPr/>
          </p:nvSpPr>
          <p:spPr>
            <a:xfrm>
              <a:off x="8085841" y="5807235"/>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err="1">
                  <a:solidFill>
                    <a:schemeClr val="bg1"/>
                  </a:solidFill>
                  <a:latin typeface="微软雅黑" panose="020B0503020204020204" pitchFamily="34" charset="-122"/>
                  <a:ea typeface="微软雅黑" panose="020B0503020204020204" pitchFamily="34" charset="-122"/>
                </a:rPr>
                <a:t>ElasticSearch</a:t>
              </a:r>
              <a:endParaRPr lang="en-US" altLang="zh-CN" sz="800" dirty="0">
                <a:solidFill>
                  <a:schemeClr val="bg1"/>
                </a:solidFill>
                <a:latin typeface="微软雅黑" panose="020B0503020204020204" pitchFamily="34" charset="-122"/>
                <a:ea typeface="微软雅黑" panose="020B0503020204020204" pitchFamily="34" charset="-122"/>
              </a:endParaRPr>
            </a:p>
          </p:txBody>
        </p:sp>
        <p:sp>
          <p:nvSpPr>
            <p:cNvPr id="351" name="TextBox 154">
              <a:extLst>
                <a:ext uri="{FF2B5EF4-FFF2-40B4-BE49-F238E27FC236}">
                  <a16:creationId xmlns:a16="http://schemas.microsoft.com/office/drawing/2014/main" id="{268EA691-A84B-9B53-B523-AFE5B67B7D85}"/>
                </a:ext>
              </a:extLst>
            </p:cNvPr>
            <p:cNvSpPr txBox="1"/>
            <p:nvPr/>
          </p:nvSpPr>
          <p:spPr>
            <a:xfrm>
              <a:off x="6964840" y="5770428"/>
              <a:ext cx="1212829"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1050" dirty="0">
                  <a:solidFill>
                    <a:schemeClr val="tx1"/>
                  </a:solidFill>
                  <a:latin typeface="微软雅黑" panose="020B0503020204020204" pitchFamily="34" charset="-122"/>
                  <a:ea typeface="微软雅黑" panose="020B0503020204020204" pitchFamily="34" charset="-122"/>
                </a:rPr>
                <a:t>ELK</a:t>
              </a:r>
              <a:r>
                <a:rPr lang="zh-CN" altLang="en-US" sz="1050" dirty="0">
                  <a:solidFill>
                    <a:schemeClr val="tx1"/>
                  </a:solidFill>
                  <a:latin typeface="微软雅黑" panose="020B0503020204020204" pitchFamily="34" charset="-122"/>
                  <a:ea typeface="微软雅黑" panose="020B0503020204020204" pitchFamily="34" charset="-122"/>
                </a:rPr>
                <a:t>日志服务</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52" name="矩形 351">
              <a:extLst>
                <a:ext uri="{FF2B5EF4-FFF2-40B4-BE49-F238E27FC236}">
                  <a16:creationId xmlns:a16="http://schemas.microsoft.com/office/drawing/2014/main" id="{AFB77776-BC01-4C5B-2D20-1BE7A4B234A0}"/>
                </a:ext>
              </a:extLst>
            </p:cNvPr>
            <p:cNvSpPr/>
            <p:nvPr/>
          </p:nvSpPr>
          <p:spPr>
            <a:xfrm>
              <a:off x="8088764" y="605384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solidFill>
                    <a:schemeClr val="bg1"/>
                  </a:solidFill>
                  <a:latin typeface="微软雅黑" panose="020B0503020204020204" pitchFamily="34" charset="-122"/>
                  <a:ea typeface="微软雅黑" panose="020B0503020204020204" pitchFamily="34" charset="-122"/>
                </a:rPr>
                <a:t>Logstash</a:t>
              </a:r>
            </a:p>
          </p:txBody>
        </p:sp>
        <p:sp>
          <p:nvSpPr>
            <p:cNvPr id="353" name="矩形 352">
              <a:extLst>
                <a:ext uri="{FF2B5EF4-FFF2-40B4-BE49-F238E27FC236}">
                  <a16:creationId xmlns:a16="http://schemas.microsoft.com/office/drawing/2014/main" id="{4F82304C-69C8-B1B0-F164-27D54ED9F394}"/>
                </a:ext>
              </a:extLst>
            </p:cNvPr>
            <p:cNvSpPr/>
            <p:nvPr/>
          </p:nvSpPr>
          <p:spPr>
            <a:xfrm>
              <a:off x="8085841" y="6294650"/>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solidFill>
                    <a:schemeClr val="bg1"/>
                  </a:solidFill>
                  <a:latin typeface="微软雅黑" panose="020B0503020204020204" pitchFamily="34" charset="-122"/>
                  <a:ea typeface="微软雅黑" panose="020B0503020204020204" pitchFamily="34" charset="-122"/>
                </a:rPr>
                <a:t>Kafka</a:t>
              </a:r>
            </a:p>
          </p:txBody>
        </p:sp>
      </p:grpSp>
      <p:cxnSp>
        <p:nvCxnSpPr>
          <p:cNvPr id="357" name="Straight Connector 35">
            <a:extLst>
              <a:ext uri="{FF2B5EF4-FFF2-40B4-BE49-F238E27FC236}">
                <a16:creationId xmlns:a16="http://schemas.microsoft.com/office/drawing/2014/main" id="{CFBF5014-7197-1F2F-CC78-B69B7641BDD3}"/>
              </a:ext>
            </a:extLst>
          </p:cNvPr>
          <p:cNvCxnSpPr>
            <a:cxnSpLocks/>
          </p:cNvCxnSpPr>
          <p:nvPr/>
        </p:nvCxnSpPr>
        <p:spPr>
          <a:xfrm>
            <a:off x="1078447" y="1198613"/>
            <a:ext cx="3145517" cy="862735"/>
          </a:xfrm>
          <a:prstGeom prst="bentConnector3">
            <a:avLst>
              <a:gd name="adj1" fmla="val 50000"/>
            </a:avLst>
          </a:prstGeom>
          <a:ln w="12700">
            <a:solidFill>
              <a:srgbClr val="24BEBC"/>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nvGrpSpPr>
          <p:cNvPr id="359" name="组合 358">
            <a:extLst>
              <a:ext uri="{FF2B5EF4-FFF2-40B4-BE49-F238E27FC236}">
                <a16:creationId xmlns:a16="http://schemas.microsoft.com/office/drawing/2014/main" id="{77C0A562-F6E9-A714-88BF-AAC9C81DA939}"/>
              </a:ext>
            </a:extLst>
          </p:cNvPr>
          <p:cNvGrpSpPr/>
          <p:nvPr/>
        </p:nvGrpSpPr>
        <p:grpSpPr>
          <a:xfrm>
            <a:off x="10015612" y="4708717"/>
            <a:ext cx="1116120" cy="717474"/>
            <a:chOff x="6298159" y="363032"/>
            <a:chExt cx="1116120" cy="717474"/>
          </a:xfrm>
        </p:grpSpPr>
        <p:sp>
          <p:nvSpPr>
            <p:cNvPr id="360" name="矩形: 圆角 359">
              <a:extLst>
                <a:ext uri="{FF2B5EF4-FFF2-40B4-BE49-F238E27FC236}">
                  <a16:creationId xmlns:a16="http://schemas.microsoft.com/office/drawing/2014/main" id="{B850EE55-12F0-D979-BB65-BD7E6505B65E}"/>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61" name="图片 360">
              <a:extLst>
                <a:ext uri="{FF2B5EF4-FFF2-40B4-BE49-F238E27FC236}">
                  <a16:creationId xmlns:a16="http://schemas.microsoft.com/office/drawing/2014/main" id="{40AB3776-75A0-44F5-6AFF-0B45114307DA}"/>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62" name="TextBox 154">
              <a:extLst>
                <a:ext uri="{FF2B5EF4-FFF2-40B4-BE49-F238E27FC236}">
                  <a16:creationId xmlns:a16="http://schemas.microsoft.com/office/drawing/2014/main" id="{1BB52AFE-94AA-EE52-5924-9D5D993474E2}"/>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63" name="矩形 362">
              <a:extLst>
                <a:ext uri="{FF2B5EF4-FFF2-40B4-BE49-F238E27FC236}">
                  <a16:creationId xmlns:a16="http://schemas.microsoft.com/office/drawing/2014/main" id="{AD969FA4-5105-8037-86B4-70096820EBF0}"/>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MDD(</a:t>
              </a:r>
              <a:r>
                <a:rPr lang="zh-CN" altLang="en-US" sz="800" dirty="0">
                  <a:latin typeface="微软雅黑" panose="020B0503020204020204" pitchFamily="34" charset="-122"/>
                  <a:ea typeface="微软雅黑" panose="020B0503020204020204" pitchFamily="34" charset="-122"/>
                </a:rPr>
                <a:t>主</a:t>
              </a:r>
              <a:r>
                <a:rPr lang="en-US" altLang="zh-CN" sz="800" dirty="0">
                  <a:latin typeface="微软雅黑" panose="020B0503020204020204" pitchFamily="34" charset="-122"/>
                  <a:ea typeface="微软雅黑" panose="020B0503020204020204" pitchFamily="34" charset="-122"/>
                </a:rPr>
                <a:t>)</a:t>
              </a:r>
              <a:endParaRPr lang="zh-CN" altLang="en-US" sz="800" dirty="0">
                <a:latin typeface="微软雅黑" panose="020B0503020204020204" pitchFamily="34" charset="-122"/>
                <a:ea typeface="微软雅黑" panose="020B0503020204020204" pitchFamily="34" charset="-122"/>
              </a:endParaRPr>
            </a:p>
          </p:txBody>
        </p:sp>
      </p:grpSp>
      <p:grpSp>
        <p:nvGrpSpPr>
          <p:cNvPr id="364" name="组合 363">
            <a:extLst>
              <a:ext uri="{FF2B5EF4-FFF2-40B4-BE49-F238E27FC236}">
                <a16:creationId xmlns:a16="http://schemas.microsoft.com/office/drawing/2014/main" id="{3EBDC685-73A3-D2F7-C19A-5AE344D196FC}"/>
              </a:ext>
            </a:extLst>
          </p:cNvPr>
          <p:cNvGrpSpPr/>
          <p:nvPr/>
        </p:nvGrpSpPr>
        <p:grpSpPr>
          <a:xfrm>
            <a:off x="10922348" y="4716810"/>
            <a:ext cx="1116120" cy="717474"/>
            <a:chOff x="6298159" y="363032"/>
            <a:chExt cx="1116120" cy="717474"/>
          </a:xfrm>
        </p:grpSpPr>
        <p:sp>
          <p:nvSpPr>
            <p:cNvPr id="365" name="矩形: 圆角 364">
              <a:extLst>
                <a:ext uri="{FF2B5EF4-FFF2-40B4-BE49-F238E27FC236}">
                  <a16:creationId xmlns:a16="http://schemas.microsoft.com/office/drawing/2014/main" id="{DE76C492-719F-40E4-FE74-D00DDA059C98}"/>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66" name="图片 365">
              <a:extLst>
                <a:ext uri="{FF2B5EF4-FFF2-40B4-BE49-F238E27FC236}">
                  <a16:creationId xmlns:a16="http://schemas.microsoft.com/office/drawing/2014/main" id="{A3CC01AA-B710-09BD-1194-6F93FFAED385}"/>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67" name="TextBox 154">
              <a:extLst>
                <a:ext uri="{FF2B5EF4-FFF2-40B4-BE49-F238E27FC236}">
                  <a16:creationId xmlns:a16="http://schemas.microsoft.com/office/drawing/2014/main" id="{1291E716-39A9-3F86-C9C9-72E017824AAF}"/>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68" name="矩形 367">
              <a:extLst>
                <a:ext uri="{FF2B5EF4-FFF2-40B4-BE49-F238E27FC236}">
                  <a16:creationId xmlns:a16="http://schemas.microsoft.com/office/drawing/2014/main" id="{E0427494-0F17-688D-20DF-238B12EF52EE}"/>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MDD(</a:t>
              </a:r>
              <a:r>
                <a:rPr lang="zh-CN" altLang="en-US" sz="800" dirty="0">
                  <a:latin typeface="微软雅黑" panose="020B0503020204020204" pitchFamily="34" charset="-122"/>
                  <a:ea typeface="微软雅黑" panose="020B0503020204020204" pitchFamily="34" charset="-122"/>
                </a:rPr>
                <a:t>从</a:t>
              </a:r>
              <a:r>
                <a:rPr lang="en-US" altLang="zh-CN" sz="800" dirty="0">
                  <a:latin typeface="微软雅黑" panose="020B0503020204020204" pitchFamily="34" charset="-122"/>
                  <a:ea typeface="微软雅黑" panose="020B0503020204020204" pitchFamily="34" charset="-122"/>
                </a:rPr>
                <a:t>)</a:t>
              </a:r>
              <a:endParaRPr lang="zh-CN" altLang="en-US" sz="800" dirty="0">
                <a:latin typeface="微软雅黑" panose="020B0503020204020204" pitchFamily="34" charset="-122"/>
                <a:ea typeface="微软雅黑" panose="020B0503020204020204" pitchFamily="34" charset="-122"/>
              </a:endParaRPr>
            </a:p>
          </p:txBody>
        </p:sp>
      </p:grpSp>
      <p:sp>
        <p:nvSpPr>
          <p:cNvPr id="369" name="矩形 368">
            <a:extLst>
              <a:ext uri="{FF2B5EF4-FFF2-40B4-BE49-F238E27FC236}">
                <a16:creationId xmlns:a16="http://schemas.microsoft.com/office/drawing/2014/main" id="{BFC44953-F716-DC83-4376-C0C82067CC85}"/>
              </a:ext>
            </a:extLst>
          </p:cNvPr>
          <p:cNvSpPr/>
          <p:nvPr/>
        </p:nvSpPr>
        <p:spPr>
          <a:xfrm>
            <a:off x="10012829" y="4451105"/>
            <a:ext cx="2013916" cy="111031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TextBox 154">
            <a:extLst>
              <a:ext uri="{FF2B5EF4-FFF2-40B4-BE49-F238E27FC236}">
                <a16:creationId xmlns:a16="http://schemas.microsoft.com/office/drawing/2014/main" id="{F6CB1A18-6ACC-0457-3358-F15BDF665B77}"/>
              </a:ext>
            </a:extLst>
          </p:cNvPr>
          <p:cNvSpPr txBox="1"/>
          <p:nvPr/>
        </p:nvSpPr>
        <p:spPr>
          <a:xfrm>
            <a:off x="10443262" y="1635571"/>
            <a:ext cx="1329424"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b="0" dirty="0">
                <a:solidFill>
                  <a:schemeClr val="tx1"/>
                </a:solidFill>
                <a:latin typeface="微软雅黑" panose="020B0503020204020204" pitchFamily="34" charset="-122"/>
                <a:ea typeface="微软雅黑" panose="020B0503020204020204" pitchFamily="34" charset="-122"/>
              </a:rPr>
              <a:t>PG</a:t>
            </a:r>
            <a:r>
              <a:rPr lang="zh-CN" altLang="en-US" sz="1050" b="0" dirty="0">
                <a:solidFill>
                  <a:schemeClr val="tx1"/>
                </a:solidFill>
                <a:latin typeface="微软雅黑" panose="020B0503020204020204" pitchFamily="34" charset="-122"/>
                <a:ea typeface="微软雅黑" panose="020B0503020204020204" pitchFamily="34" charset="-122"/>
              </a:rPr>
              <a:t>数据库</a:t>
            </a:r>
            <a:r>
              <a:rPr lang="en-US" altLang="zh-CN" sz="1050" b="0" dirty="0">
                <a:solidFill>
                  <a:schemeClr val="tx1"/>
                </a:solidFill>
                <a:latin typeface="微软雅黑" panose="020B0503020204020204" pitchFamily="34" charset="-122"/>
                <a:ea typeface="微软雅黑" panose="020B0503020204020204" pitchFamily="34" charset="-122"/>
              </a:rPr>
              <a:t>PAF</a:t>
            </a:r>
            <a:r>
              <a:rPr lang="zh-CN" altLang="en-US" sz="1050" b="0" dirty="0">
                <a:solidFill>
                  <a:schemeClr val="tx1"/>
                </a:solidFill>
                <a:latin typeface="微软雅黑" panose="020B0503020204020204" pitchFamily="34" charset="-122"/>
                <a:ea typeface="微软雅黑" panose="020B0503020204020204" pitchFamily="34" charset="-122"/>
              </a:rPr>
              <a:t>集群</a:t>
            </a:r>
          </a:p>
        </p:txBody>
      </p:sp>
      <p:grpSp>
        <p:nvGrpSpPr>
          <p:cNvPr id="371" name="组合 370">
            <a:extLst>
              <a:ext uri="{FF2B5EF4-FFF2-40B4-BE49-F238E27FC236}">
                <a16:creationId xmlns:a16="http://schemas.microsoft.com/office/drawing/2014/main" id="{6BEB8FA1-4201-144E-4956-03BAB328DA7B}"/>
              </a:ext>
            </a:extLst>
          </p:cNvPr>
          <p:cNvGrpSpPr/>
          <p:nvPr/>
        </p:nvGrpSpPr>
        <p:grpSpPr>
          <a:xfrm>
            <a:off x="10126857" y="2907260"/>
            <a:ext cx="1116120" cy="717474"/>
            <a:chOff x="6298159" y="363032"/>
            <a:chExt cx="1116120" cy="717474"/>
          </a:xfrm>
        </p:grpSpPr>
        <p:sp>
          <p:nvSpPr>
            <p:cNvPr id="372" name="矩形: 圆角 371">
              <a:extLst>
                <a:ext uri="{FF2B5EF4-FFF2-40B4-BE49-F238E27FC236}">
                  <a16:creationId xmlns:a16="http://schemas.microsoft.com/office/drawing/2014/main" id="{EFF7EE2F-2289-2D3C-76C9-9FE44D11DA55}"/>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73" name="图片 372">
              <a:extLst>
                <a:ext uri="{FF2B5EF4-FFF2-40B4-BE49-F238E27FC236}">
                  <a16:creationId xmlns:a16="http://schemas.microsoft.com/office/drawing/2014/main" id="{87E589A7-973E-931A-7F9A-802C5224EA6E}"/>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74" name="TextBox 154">
              <a:extLst>
                <a:ext uri="{FF2B5EF4-FFF2-40B4-BE49-F238E27FC236}">
                  <a16:creationId xmlns:a16="http://schemas.microsoft.com/office/drawing/2014/main" id="{EE238906-5E69-B200-CFF0-3BAC84EE0353}"/>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75" name="矩形 374">
              <a:extLst>
                <a:ext uri="{FF2B5EF4-FFF2-40B4-BE49-F238E27FC236}">
                  <a16:creationId xmlns:a16="http://schemas.microsoft.com/office/drawing/2014/main" id="{CD5A24DE-9E25-D22E-1F86-7CF858DD9C20}"/>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err="1">
                  <a:latin typeface="微软雅黑" panose="020B0503020204020204" pitchFamily="34" charset="-122"/>
                  <a:ea typeface="微软雅黑" panose="020B0503020204020204" pitchFamily="34" charset="-122"/>
                </a:rPr>
                <a:t>pg</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主</a:t>
              </a:r>
              <a:r>
                <a:rPr lang="en-US" altLang="zh-CN" sz="800" dirty="0">
                  <a:latin typeface="微软雅黑" panose="020B0503020204020204" pitchFamily="34" charset="-122"/>
                  <a:ea typeface="微软雅黑" panose="020B0503020204020204" pitchFamily="34" charset="-122"/>
                </a:rPr>
                <a:t>)</a:t>
              </a:r>
              <a:endParaRPr lang="zh-CN" altLang="en-US" sz="800" dirty="0">
                <a:latin typeface="微软雅黑" panose="020B0503020204020204" pitchFamily="34" charset="-122"/>
                <a:ea typeface="微软雅黑" panose="020B0503020204020204" pitchFamily="34" charset="-122"/>
              </a:endParaRPr>
            </a:p>
          </p:txBody>
        </p:sp>
      </p:grpSp>
      <p:grpSp>
        <p:nvGrpSpPr>
          <p:cNvPr id="376" name="组合 375">
            <a:extLst>
              <a:ext uri="{FF2B5EF4-FFF2-40B4-BE49-F238E27FC236}">
                <a16:creationId xmlns:a16="http://schemas.microsoft.com/office/drawing/2014/main" id="{186D13A7-0314-21EF-F557-A4F58ECF04D2}"/>
              </a:ext>
            </a:extLst>
          </p:cNvPr>
          <p:cNvGrpSpPr/>
          <p:nvPr/>
        </p:nvGrpSpPr>
        <p:grpSpPr>
          <a:xfrm>
            <a:off x="11033593" y="2915353"/>
            <a:ext cx="1116120" cy="717474"/>
            <a:chOff x="6298159" y="363032"/>
            <a:chExt cx="1116120" cy="717474"/>
          </a:xfrm>
        </p:grpSpPr>
        <p:sp>
          <p:nvSpPr>
            <p:cNvPr id="377" name="矩形: 圆角 376">
              <a:extLst>
                <a:ext uri="{FF2B5EF4-FFF2-40B4-BE49-F238E27FC236}">
                  <a16:creationId xmlns:a16="http://schemas.microsoft.com/office/drawing/2014/main" id="{920A5FD2-372F-081F-D214-3FF264700A49}"/>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78" name="图片 377">
              <a:extLst>
                <a:ext uri="{FF2B5EF4-FFF2-40B4-BE49-F238E27FC236}">
                  <a16:creationId xmlns:a16="http://schemas.microsoft.com/office/drawing/2014/main" id="{00C31A24-D559-A455-B0FA-1FFA1A311AC5}"/>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79" name="TextBox 154">
              <a:extLst>
                <a:ext uri="{FF2B5EF4-FFF2-40B4-BE49-F238E27FC236}">
                  <a16:creationId xmlns:a16="http://schemas.microsoft.com/office/drawing/2014/main" id="{85434087-A9A3-57AF-A5A2-FEFA9CD619E7}"/>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80" name="矩形 379">
              <a:extLst>
                <a:ext uri="{FF2B5EF4-FFF2-40B4-BE49-F238E27FC236}">
                  <a16:creationId xmlns:a16="http://schemas.microsoft.com/office/drawing/2014/main" id="{4BCD1D22-0BDB-1E11-6E52-F6C6C17A56F5}"/>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MDD(</a:t>
              </a:r>
              <a:r>
                <a:rPr lang="zh-CN" altLang="en-US" sz="800" dirty="0">
                  <a:latin typeface="微软雅黑" panose="020B0503020204020204" pitchFamily="34" charset="-122"/>
                  <a:ea typeface="微软雅黑" panose="020B0503020204020204" pitchFamily="34" charset="-122"/>
                </a:rPr>
                <a:t>主</a:t>
              </a:r>
              <a:r>
                <a:rPr lang="en-US" altLang="zh-CN" sz="800" dirty="0">
                  <a:latin typeface="微软雅黑" panose="020B0503020204020204" pitchFamily="34" charset="-122"/>
                  <a:ea typeface="微软雅黑" panose="020B0503020204020204" pitchFamily="34" charset="-122"/>
                </a:rPr>
                <a:t>)</a:t>
              </a:r>
              <a:endParaRPr lang="zh-CN" altLang="en-US" sz="800" dirty="0">
                <a:latin typeface="微软雅黑" panose="020B0503020204020204" pitchFamily="34" charset="-122"/>
                <a:ea typeface="微软雅黑" panose="020B0503020204020204" pitchFamily="34" charset="-122"/>
              </a:endParaRPr>
            </a:p>
          </p:txBody>
        </p:sp>
      </p:grpSp>
      <p:sp>
        <p:nvSpPr>
          <p:cNvPr id="381" name="矩形 380">
            <a:extLst>
              <a:ext uri="{FF2B5EF4-FFF2-40B4-BE49-F238E27FC236}">
                <a16:creationId xmlns:a16="http://schemas.microsoft.com/office/drawing/2014/main" id="{342F4BF0-E4C7-8BE6-9C1D-A22195F1E996}"/>
              </a:ext>
            </a:extLst>
          </p:cNvPr>
          <p:cNvSpPr/>
          <p:nvPr/>
        </p:nvSpPr>
        <p:spPr>
          <a:xfrm>
            <a:off x="10124074" y="1524198"/>
            <a:ext cx="1851015" cy="213874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2" name="组合 381">
            <a:extLst>
              <a:ext uri="{FF2B5EF4-FFF2-40B4-BE49-F238E27FC236}">
                <a16:creationId xmlns:a16="http://schemas.microsoft.com/office/drawing/2014/main" id="{80503065-4CBC-F2CA-FE09-3C97433E853C}"/>
              </a:ext>
            </a:extLst>
          </p:cNvPr>
          <p:cNvGrpSpPr/>
          <p:nvPr/>
        </p:nvGrpSpPr>
        <p:grpSpPr>
          <a:xfrm>
            <a:off x="10488158" y="1980382"/>
            <a:ext cx="1116120" cy="717474"/>
            <a:chOff x="6298159" y="363032"/>
            <a:chExt cx="1116120" cy="717474"/>
          </a:xfrm>
        </p:grpSpPr>
        <p:sp>
          <p:nvSpPr>
            <p:cNvPr id="383" name="矩形: 圆角 382">
              <a:extLst>
                <a:ext uri="{FF2B5EF4-FFF2-40B4-BE49-F238E27FC236}">
                  <a16:creationId xmlns:a16="http://schemas.microsoft.com/office/drawing/2014/main" id="{33343486-A289-CB50-D66B-8EC6FB17B18A}"/>
                </a:ext>
              </a:extLst>
            </p:cNvPr>
            <p:cNvSpPr/>
            <p:nvPr/>
          </p:nvSpPr>
          <p:spPr>
            <a:xfrm>
              <a:off x="6376417" y="363032"/>
              <a:ext cx="813562" cy="688009"/>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84" name="图片 383">
              <a:extLst>
                <a:ext uri="{FF2B5EF4-FFF2-40B4-BE49-F238E27FC236}">
                  <a16:creationId xmlns:a16="http://schemas.microsoft.com/office/drawing/2014/main" id="{10DEEC91-70D0-7A53-032E-54A68ED16472}"/>
                </a:ext>
              </a:extLst>
            </p:cNvPr>
            <p:cNvPicPr>
              <a:picLocks noChangeAspect="1"/>
            </p:cNvPicPr>
            <p:nvPr/>
          </p:nvPicPr>
          <p:blipFill>
            <a:blip r:embed="rId10"/>
            <a:stretch>
              <a:fillRect/>
            </a:stretch>
          </p:blipFill>
          <p:spPr>
            <a:xfrm>
              <a:off x="6298159" y="672702"/>
              <a:ext cx="407804" cy="407804"/>
            </a:xfrm>
            <a:prstGeom prst="rect">
              <a:avLst/>
            </a:prstGeom>
          </p:spPr>
        </p:pic>
        <p:sp>
          <p:nvSpPr>
            <p:cNvPr id="385" name="TextBox 154">
              <a:extLst>
                <a:ext uri="{FF2B5EF4-FFF2-40B4-BE49-F238E27FC236}">
                  <a16:creationId xmlns:a16="http://schemas.microsoft.com/office/drawing/2014/main" id="{75B30BFD-E9C1-F3E3-8C73-77AF3AACBBB3}"/>
                </a:ext>
              </a:extLst>
            </p:cNvPr>
            <p:cNvSpPr txBox="1"/>
            <p:nvPr/>
          </p:nvSpPr>
          <p:spPr>
            <a:xfrm>
              <a:off x="6562002" y="736267"/>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386" name="矩形 385">
              <a:extLst>
                <a:ext uri="{FF2B5EF4-FFF2-40B4-BE49-F238E27FC236}">
                  <a16:creationId xmlns:a16="http://schemas.microsoft.com/office/drawing/2014/main" id="{900376A7-99E1-6BE3-A038-E6B882C4F0CC}"/>
                </a:ext>
              </a:extLst>
            </p:cNvPr>
            <p:cNvSpPr/>
            <p:nvPr/>
          </p:nvSpPr>
          <p:spPr>
            <a:xfrm>
              <a:off x="6428497" y="430177"/>
              <a:ext cx="720000" cy="21710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00" dirty="0">
                  <a:latin typeface="微软雅黑" panose="020B0503020204020204" pitchFamily="34" charset="-122"/>
                  <a:ea typeface="微软雅黑" panose="020B0503020204020204" pitchFamily="34" charset="-122"/>
                </a:rPr>
                <a:t>monitor</a:t>
              </a:r>
              <a:endParaRPr lang="zh-CN" altLang="en-US" sz="800" dirty="0">
                <a:latin typeface="微软雅黑" panose="020B0503020204020204" pitchFamily="34" charset="-122"/>
                <a:ea typeface="微软雅黑" panose="020B0503020204020204" pitchFamily="34" charset="-122"/>
              </a:endParaRPr>
            </a:p>
          </p:txBody>
        </p:sp>
      </p:grpSp>
      <p:cxnSp>
        <p:nvCxnSpPr>
          <p:cNvPr id="389" name="Straight Connector 35">
            <a:extLst>
              <a:ext uri="{FF2B5EF4-FFF2-40B4-BE49-F238E27FC236}">
                <a16:creationId xmlns:a16="http://schemas.microsoft.com/office/drawing/2014/main" id="{8B7F37C0-AFD6-3EFE-B6EF-26C5B0270347}"/>
              </a:ext>
            </a:extLst>
          </p:cNvPr>
          <p:cNvCxnSpPr>
            <a:cxnSpLocks/>
            <a:stCxn id="372" idx="0"/>
          </p:cNvCxnSpPr>
          <p:nvPr/>
        </p:nvCxnSpPr>
        <p:spPr>
          <a:xfrm rot="5400000" flipH="1" flipV="1">
            <a:off x="10647690" y="2632600"/>
            <a:ext cx="238866" cy="310454"/>
          </a:xfrm>
          <a:prstGeom prst="curvedConnector2">
            <a:avLst/>
          </a:prstGeom>
          <a:ln w="12700">
            <a:solidFill>
              <a:schemeClr val="tx1"/>
            </a:solidFill>
            <a:prstDash val="sysDash"/>
            <a:headEnd type="triangle"/>
            <a:tailEnd type="none"/>
          </a:ln>
          <a:effectLst/>
        </p:spPr>
        <p:style>
          <a:lnRef idx="2">
            <a:schemeClr val="accent1"/>
          </a:lnRef>
          <a:fillRef idx="0">
            <a:schemeClr val="accent1"/>
          </a:fillRef>
          <a:effectRef idx="1">
            <a:schemeClr val="accent1"/>
          </a:effectRef>
          <a:fontRef idx="minor">
            <a:schemeClr val="tx1"/>
          </a:fontRef>
        </p:style>
      </p:cxnSp>
      <p:pic>
        <p:nvPicPr>
          <p:cNvPr id="413" name="图片 412">
            <a:extLst>
              <a:ext uri="{FF2B5EF4-FFF2-40B4-BE49-F238E27FC236}">
                <a16:creationId xmlns:a16="http://schemas.microsoft.com/office/drawing/2014/main" id="{5FCE6A1E-160A-4B51-1DD2-FED42883426C}"/>
              </a:ext>
            </a:extLst>
          </p:cNvPr>
          <p:cNvPicPr>
            <a:picLocks noChangeAspect="1"/>
          </p:cNvPicPr>
          <p:nvPr/>
        </p:nvPicPr>
        <p:blipFill>
          <a:blip r:embed="rId10"/>
          <a:stretch>
            <a:fillRect/>
          </a:stretch>
        </p:blipFill>
        <p:spPr>
          <a:xfrm>
            <a:off x="5645044" y="3344710"/>
            <a:ext cx="407804" cy="407804"/>
          </a:xfrm>
          <a:prstGeom prst="rect">
            <a:avLst/>
          </a:prstGeom>
        </p:spPr>
      </p:pic>
      <p:sp>
        <p:nvSpPr>
          <p:cNvPr id="414" name="TextBox 154">
            <a:extLst>
              <a:ext uri="{FF2B5EF4-FFF2-40B4-BE49-F238E27FC236}">
                <a16:creationId xmlns:a16="http://schemas.microsoft.com/office/drawing/2014/main" id="{BAEA4413-ACB5-F3AF-E397-B5FCFCD458AB}"/>
              </a:ext>
            </a:extLst>
          </p:cNvPr>
          <p:cNvSpPr txBox="1"/>
          <p:nvPr/>
        </p:nvSpPr>
        <p:spPr>
          <a:xfrm>
            <a:off x="5503710" y="3648811"/>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pic>
        <p:nvPicPr>
          <p:cNvPr id="415" name="图片 414">
            <a:extLst>
              <a:ext uri="{FF2B5EF4-FFF2-40B4-BE49-F238E27FC236}">
                <a16:creationId xmlns:a16="http://schemas.microsoft.com/office/drawing/2014/main" id="{F119E8AC-031C-9D75-3F2F-2A3A097A90F7}"/>
              </a:ext>
            </a:extLst>
          </p:cNvPr>
          <p:cNvPicPr>
            <a:picLocks noChangeAspect="1"/>
          </p:cNvPicPr>
          <p:nvPr/>
        </p:nvPicPr>
        <p:blipFill>
          <a:blip r:embed="rId10"/>
          <a:stretch>
            <a:fillRect/>
          </a:stretch>
        </p:blipFill>
        <p:spPr>
          <a:xfrm>
            <a:off x="6341504" y="3319763"/>
            <a:ext cx="407804" cy="407804"/>
          </a:xfrm>
          <a:prstGeom prst="rect">
            <a:avLst/>
          </a:prstGeom>
        </p:spPr>
      </p:pic>
      <p:sp>
        <p:nvSpPr>
          <p:cNvPr id="416" name="TextBox 154">
            <a:extLst>
              <a:ext uri="{FF2B5EF4-FFF2-40B4-BE49-F238E27FC236}">
                <a16:creationId xmlns:a16="http://schemas.microsoft.com/office/drawing/2014/main" id="{6FA09C3C-D9F2-A515-EA0E-547BF22032F9}"/>
              </a:ext>
            </a:extLst>
          </p:cNvPr>
          <p:cNvSpPr txBox="1"/>
          <p:nvPr/>
        </p:nvSpPr>
        <p:spPr>
          <a:xfrm>
            <a:off x="6200170" y="3623864"/>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pic>
        <p:nvPicPr>
          <p:cNvPr id="417" name="图片 416">
            <a:extLst>
              <a:ext uri="{FF2B5EF4-FFF2-40B4-BE49-F238E27FC236}">
                <a16:creationId xmlns:a16="http://schemas.microsoft.com/office/drawing/2014/main" id="{9B02D93B-3342-6812-6FF8-A00E8C028F12}"/>
              </a:ext>
            </a:extLst>
          </p:cNvPr>
          <p:cNvPicPr>
            <a:picLocks noChangeAspect="1"/>
          </p:cNvPicPr>
          <p:nvPr/>
        </p:nvPicPr>
        <p:blipFill>
          <a:blip r:embed="rId10"/>
          <a:stretch>
            <a:fillRect/>
          </a:stretch>
        </p:blipFill>
        <p:spPr>
          <a:xfrm>
            <a:off x="6961456" y="3319763"/>
            <a:ext cx="407804" cy="407804"/>
          </a:xfrm>
          <a:prstGeom prst="rect">
            <a:avLst/>
          </a:prstGeom>
        </p:spPr>
      </p:pic>
      <p:sp>
        <p:nvSpPr>
          <p:cNvPr id="418" name="TextBox 154">
            <a:extLst>
              <a:ext uri="{FF2B5EF4-FFF2-40B4-BE49-F238E27FC236}">
                <a16:creationId xmlns:a16="http://schemas.microsoft.com/office/drawing/2014/main" id="{C41EFA81-6129-61E2-56A8-C054381448FB}"/>
              </a:ext>
            </a:extLst>
          </p:cNvPr>
          <p:cNvSpPr txBox="1"/>
          <p:nvPr/>
        </p:nvSpPr>
        <p:spPr>
          <a:xfrm>
            <a:off x="6820122" y="3623864"/>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pic>
        <p:nvPicPr>
          <p:cNvPr id="419" name="图片 418">
            <a:extLst>
              <a:ext uri="{FF2B5EF4-FFF2-40B4-BE49-F238E27FC236}">
                <a16:creationId xmlns:a16="http://schemas.microsoft.com/office/drawing/2014/main" id="{CD1BAC38-9CC6-E20D-FFB1-66206979F272}"/>
              </a:ext>
            </a:extLst>
          </p:cNvPr>
          <p:cNvPicPr>
            <a:picLocks noChangeAspect="1"/>
          </p:cNvPicPr>
          <p:nvPr/>
        </p:nvPicPr>
        <p:blipFill>
          <a:blip r:embed="rId10"/>
          <a:stretch>
            <a:fillRect/>
          </a:stretch>
        </p:blipFill>
        <p:spPr>
          <a:xfrm>
            <a:off x="7592792" y="3311670"/>
            <a:ext cx="407804" cy="407804"/>
          </a:xfrm>
          <a:prstGeom prst="rect">
            <a:avLst/>
          </a:prstGeom>
        </p:spPr>
      </p:pic>
      <p:sp>
        <p:nvSpPr>
          <p:cNvPr id="420" name="TextBox 154">
            <a:extLst>
              <a:ext uri="{FF2B5EF4-FFF2-40B4-BE49-F238E27FC236}">
                <a16:creationId xmlns:a16="http://schemas.microsoft.com/office/drawing/2014/main" id="{81B1CBA7-D49B-AEE1-7CB4-AF0CE048CDEF}"/>
              </a:ext>
            </a:extLst>
          </p:cNvPr>
          <p:cNvSpPr txBox="1"/>
          <p:nvPr/>
        </p:nvSpPr>
        <p:spPr>
          <a:xfrm>
            <a:off x="7451458" y="3615771"/>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424" name="TextBox 154">
            <a:extLst>
              <a:ext uri="{FF2B5EF4-FFF2-40B4-BE49-F238E27FC236}">
                <a16:creationId xmlns:a16="http://schemas.microsoft.com/office/drawing/2014/main" id="{2C8622FB-37CB-A0E1-1CA5-B4E9A93DEE54}"/>
              </a:ext>
            </a:extLst>
          </p:cNvPr>
          <p:cNvSpPr txBox="1"/>
          <p:nvPr/>
        </p:nvSpPr>
        <p:spPr>
          <a:xfrm>
            <a:off x="2819124" y="1751391"/>
            <a:ext cx="934924"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dirty="0">
                <a:solidFill>
                  <a:schemeClr val="tx1"/>
                </a:solidFill>
                <a:latin typeface="微软雅黑" panose="020B0503020204020204" pitchFamily="34" charset="-122"/>
                <a:ea typeface="微软雅黑" panose="020B0503020204020204" pitchFamily="34" charset="-122"/>
              </a:rPr>
              <a:t>Nginx</a:t>
            </a:r>
            <a:r>
              <a:rPr lang="zh-CN" altLang="en-US" sz="1050" dirty="0">
                <a:solidFill>
                  <a:schemeClr val="tx1"/>
                </a:solidFill>
                <a:latin typeface="微软雅黑" panose="020B0503020204020204" pitchFamily="34" charset="-122"/>
                <a:ea typeface="微软雅黑" panose="020B0503020204020204" pitchFamily="34" charset="-122"/>
              </a:rPr>
              <a:t>集群</a:t>
            </a:r>
          </a:p>
        </p:txBody>
      </p:sp>
      <p:sp>
        <p:nvSpPr>
          <p:cNvPr id="425" name="矩形 424">
            <a:extLst>
              <a:ext uri="{FF2B5EF4-FFF2-40B4-BE49-F238E27FC236}">
                <a16:creationId xmlns:a16="http://schemas.microsoft.com/office/drawing/2014/main" id="{932CDF21-DA3C-0244-AA8D-6099ACA2FBC2}"/>
              </a:ext>
            </a:extLst>
          </p:cNvPr>
          <p:cNvSpPr/>
          <p:nvPr/>
        </p:nvSpPr>
        <p:spPr>
          <a:xfrm>
            <a:off x="5423848" y="2430547"/>
            <a:ext cx="792000" cy="272562"/>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200" dirty="0" err="1"/>
              <a:t>mservice</a:t>
            </a:r>
            <a:r>
              <a:rPr lang="en-US" altLang="zh-CN" sz="1200" dirty="0"/>
              <a:t>-fi</a:t>
            </a:r>
            <a:endParaRPr lang="zh-CN" altLang="en-US" sz="1600" dirty="0"/>
          </a:p>
        </p:txBody>
      </p:sp>
      <p:sp>
        <p:nvSpPr>
          <p:cNvPr id="426" name="矩形 425">
            <a:extLst>
              <a:ext uri="{FF2B5EF4-FFF2-40B4-BE49-F238E27FC236}">
                <a16:creationId xmlns:a16="http://schemas.microsoft.com/office/drawing/2014/main" id="{A5B0C24A-DD68-77BB-EEEA-F6C7F439BA00}"/>
              </a:ext>
            </a:extLst>
          </p:cNvPr>
          <p:cNvSpPr/>
          <p:nvPr/>
        </p:nvSpPr>
        <p:spPr>
          <a:xfrm>
            <a:off x="6397261" y="2433983"/>
            <a:ext cx="876279" cy="248685"/>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200" dirty="0" err="1"/>
              <a:t>mservice-cal</a:t>
            </a:r>
            <a:endParaRPr lang="zh-CN" altLang="en-US" sz="1600" dirty="0"/>
          </a:p>
        </p:txBody>
      </p:sp>
      <p:sp>
        <p:nvSpPr>
          <p:cNvPr id="427" name="矩形 426">
            <a:extLst>
              <a:ext uri="{FF2B5EF4-FFF2-40B4-BE49-F238E27FC236}">
                <a16:creationId xmlns:a16="http://schemas.microsoft.com/office/drawing/2014/main" id="{E85A3AFC-399D-6D05-C534-65D2BB2803AD}"/>
              </a:ext>
            </a:extLst>
          </p:cNvPr>
          <p:cNvSpPr/>
          <p:nvPr/>
        </p:nvSpPr>
        <p:spPr>
          <a:xfrm>
            <a:off x="5393653" y="2797510"/>
            <a:ext cx="876279" cy="248685"/>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200" dirty="0" err="1"/>
              <a:t>mservice-cal</a:t>
            </a:r>
            <a:endParaRPr lang="zh-CN" altLang="en-US" sz="1600" dirty="0"/>
          </a:p>
        </p:txBody>
      </p:sp>
      <p:cxnSp>
        <p:nvCxnSpPr>
          <p:cNvPr id="432" name="Connector 82">
            <a:extLst>
              <a:ext uri="{FF2B5EF4-FFF2-40B4-BE49-F238E27FC236}">
                <a16:creationId xmlns:a16="http://schemas.microsoft.com/office/drawing/2014/main" id="{96C5795F-12F1-2D02-54A9-01C96D109698}"/>
              </a:ext>
            </a:extLst>
          </p:cNvPr>
          <p:cNvCxnSpPr>
            <a:cxnSpLocks/>
            <a:stCxn id="5" idx="3"/>
            <a:endCxn id="369" idx="1"/>
          </p:cNvCxnSpPr>
          <p:nvPr/>
        </p:nvCxnSpPr>
        <p:spPr>
          <a:xfrm>
            <a:off x="8895566" y="2945447"/>
            <a:ext cx="1117263" cy="2060815"/>
          </a:xfrm>
          <a:prstGeom prst="line">
            <a:avLst/>
          </a:prstGeom>
          <a:ln w="9525">
            <a:solidFill>
              <a:srgbClr val="3D5A80"/>
            </a:solidFill>
            <a:tailEnd type="stealth"/>
          </a:ln>
        </p:spPr>
      </p:cxnSp>
      <p:cxnSp>
        <p:nvCxnSpPr>
          <p:cNvPr id="433" name="Connector 91">
            <a:extLst>
              <a:ext uri="{FF2B5EF4-FFF2-40B4-BE49-F238E27FC236}">
                <a16:creationId xmlns:a16="http://schemas.microsoft.com/office/drawing/2014/main" id="{1D4D4380-DE9C-A7F4-95F5-EA62A9C22A22}"/>
              </a:ext>
            </a:extLst>
          </p:cNvPr>
          <p:cNvCxnSpPr>
            <a:cxnSpLocks/>
          </p:cNvCxnSpPr>
          <p:nvPr/>
        </p:nvCxnSpPr>
        <p:spPr>
          <a:xfrm flipH="1">
            <a:off x="5818527" y="3995693"/>
            <a:ext cx="1042647" cy="1730464"/>
          </a:xfrm>
          <a:prstGeom prst="line">
            <a:avLst/>
          </a:prstGeom>
          <a:ln w="9525">
            <a:solidFill>
              <a:srgbClr val="D97706"/>
            </a:solidFill>
            <a:tailEnd type="stealth"/>
          </a:ln>
        </p:spPr>
      </p:cxnSp>
      <p:cxnSp>
        <p:nvCxnSpPr>
          <p:cNvPr id="434" name="Connector 96">
            <a:extLst>
              <a:ext uri="{FF2B5EF4-FFF2-40B4-BE49-F238E27FC236}">
                <a16:creationId xmlns:a16="http://schemas.microsoft.com/office/drawing/2014/main" id="{4F874C73-B8E8-D1EF-478E-DD140E726ABB}"/>
              </a:ext>
            </a:extLst>
          </p:cNvPr>
          <p:cNvCxnSpPr>
            <a:cxnSpLocks/>
            <a:endCxn id="343" idx="0"/>
          </p:cNvCxnSpPr>
          <p:nvPr/>
        </p:nvCxnSpPr>
        <p:spPr>
          <a:xfrm flipH="1">
            <a:off x="5303453" y="4026542"/>
            <a:ext cx="85339" cy="465817"/>
          </a:xfrm>
          <a:prstGeom prst="line">
            <a:avLst/>
          </a:prstGeom>
          <a:ln w="9525">
            <a:solidFill>
              <a:srgbClr val="4361EE"/>
            </a:solidFill>
            <a:tailEnd type="stealth"/>
          </a:ln>
        </p:spPr>
      </p:cxnSp>
      <p:cxnSp>
        <p:nvCxnSpPr>
          <p:cNvPr id="435" name="Connector 73">
            <a:extLst>
              <a:ext uri="{FF2B5EF4-FFF2-40B4-BE49-F238E27FC236}">
                <a16:creationId xmlns:a16="http://schemas.microsoft.com/office/drawing/2014/main" id="{86BB24BB-AE60-6938-AB25-97F67BD85E6D}"/>
              </a:ext>
            </a:extLst>
          </p:cNvPr>
          <p:cNvCxnSpPr>
            <a:cxnSpLocks/>
          </p:cNvCxnSpPr>
          <p:nvPr/>
        </p:nvCxnSpPr>
        <p:spPr>
          <a:xfrm>
            <a:off x="8031613" y="4034022"/>
            <a:ext cx="0" cy="499795"/>
          </a:xfrm>
          <a:prstGeom prst="line">
            <a:avLst/>
          </a:prstGeom>
          <a:ln w="9525">
            <a:solidFill>
              <a:srgbClr val="3D5A80"/>
            </a:solidFill>
            <a:tailEnd type="stealth"/>
          </a:ln>
        </p:spPr>
      </p:cxnSp>
      <p:cxnSp>
        <p:nvCxnSpPr>
          <p:cNvPr id="438" name="Connector 82">
            <a:extLst>
              <a:ext uri="{FF2B5EF4-FFF2-40B4-BE49-F238E27FC236}">
                <a16:creationId xmlns:a16="http://schemas.microsoft.com/office/drawing/2014/main" id="{BABF717F-5174-7FCC-353F-3C0F4951AE3B}"/>
              </a:ext>
            </a:extLst>
          </p:cNvPr>
          <p:cNvCxnSpPr>
            <a:cxnSpLocks/>
            <a:stCxn id="5" idx="3"/>
            <a:endCxn id="381" idx="1"/>
          </p:cNvCxnSpPr>
          <p:nvPr/>
        </p:nvCxnSpPr>
        <p:spPr>
          <a:xfrm flipV="1">
            <a:off x="8895566" y="2593568"/>
            <a:ext cx="1228508" cy="351879"/>
          </a:xfrm>
          <a:prstGeom prst="line">
            <a:avLst/>
          </a:prstGeom>
          <a:ln w="9525">
            <a:solidFill>
              <a:srgbClr val="3D5A80"/>
            </a:solidFill>
            <a:tailEnd type="stealth"/>
          </a:ln>
        </p:spPr>
      </p:cxnSp>
      <p:cxnSp>
        <p:nvCxnSpPr>
          <p:cNvPr id="446" name="Connector 82">
            <a:extLst>
              <a:ext uri="{FF2B5EF4-FFF2-40B4-BE49-F238E27FC236}">
                <a16:creationId xmlns:a16="http://schemas.microsoft.com/office/drawing/2014/main" id="{2F84A732-E15B-F8A2-B5C0-E3B92D8360AC}"/>
              </a:ext>
            </a:extLst>
          </p:cNvPr>
          <p:cNvCxnSpPr>
            <a:cxnSpLocks/>
            <a:endCxn id="345" idx="0"/>
          </p:cNvCxnSpPr>
          <p:nvPr/>
        </p:nvCxnSpPr>
        <p:spPr>
          <a:xfrm>
            <a:off x="6874267" y="4005507"/>
            <a:ext cx="921644" cy="1815721"/>
          </a:xfrm>
          <a:prstGeom prst="line">
            <a:avLst/>
          </a:prstGeom>
          <a:ln w="9525">
            <a:solidFill>
              <a:srgbClr val="3D5A80"/>
            </a:solidFill>
            <a:tailEnd type="stealth"/>
          </a:ln>
        </p:spPr>
      </p:cxnSp>
      <p:pic>
        <p:nvPicPr>
          <p:cNvPr id="462" name="图片 461">
            <a:extLst>
              <a:ext uri="{FF2B5EF4-FFF2-40B4-BE49-F238E27FC236}">
                <a16:creationId xmlns:a16="http://schemas.microsoft.com/office/drawing/2014/main" id="{07AACED4-0F67-5826-9F0E-00D3FBCEA088}"/>
              </a:ext>
            </a:extLst>
          </p:cNvPr>
          <p:cNvPicPr>
            <a:picLocks noChangeAspect="1"/>
          </p:cNvPicPr>
          <p:nvPr/>
        </p:nvPicPr>
        <p:blipFill>
          <a:blip r:embed="rId10"/>
          <a:stretch>
            <a:fillRect/>
          </a:stretch>
        </p:blipFill>
        <p:spPr>
          <a:xfrm>
            <a:off x="4194479" y="1014181"/>
            <a:ext cx="407804" cy="407804"/>
          </a:xfrm>
          <a:prstGeom prst="rect">
            <a:avLst/>
          </a:prstGeom>
        </p:spPr>
      </p:pic>
      <p:pic>
        <p:nvPicPr>
          <p:cNvPr id="463" name="图片 462">
            <a:extLst>
              <a:ext uri="{FF2B5EF4-FFF2-40B4-BE49-F238E27FC236}">
                <a16:creationId xmlns:a16="http://schemas.microsoft.com/office/drawing/2014/main" id="{99D2EF4F-70FF-6D1D-3AA7-E7042A09098C}"/>
              </a:ext>
            </a:extLst>
          </p:cNvPr>
          <p:cNvPicPr>
            <a:picLocks noChangeAspect="1"/>
          </p:cNvPicPr>
          <p:nvPr/>
        </p:nvPicPr>
        <p:blipFill>
          <a:blip r:embed="rId10"/>
          <a:stretch>
            <a:fillRect/>
          </a:stretch>
        </p:blipFill>
        <p:spPr>
          <a:xfrm>
            <a:off x="6138400" y="1031911"/>
            <a:ext cx="407804" cy="407804"/>
          </a:xfrm>
          <a:prstGeom prst="rect">
            <a:avLst/>
          </a:prstGeom>
        </p:spPr>
      </p:pic>
      <p:sp>
        <p:nvSpPr>
          <p:cNvPr id="464" name="TextBox 154">
            <a:extLst>
              <a:ext uri="{FF2B5EF4-FFF2-40B4-BE49-F238E27FC236}">
                <a16:creationId xmlns:a16="http://schemas.microsoft.com/office/drawing/2014/main" id="{6A730B83-ED8E-7D6D-8E2E-1BA5031B081D}"/>
              </a:ext>
            </a:extLst>
          </p:cNvPr>
          <p:cNvSpPr txBox="1"/>
          <p:nvPr/>
        </p:nvSpPr>
        <p:spPr>
          <a:xfrm>
            <a:off x="4518886" y="1069034"/>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
        <p:nvSpPr>
          <p:cNvPr id="465" name="TextBox 154">
            <a:extLst>
              <a:ext uri="{FF2B5EF4-FFF2-40B4-BE49-F238E27FC236}">
                <a16:creationId xmlns:a16="http://schemas.microsoft.com/office/drawing/2014/main" id="{97F2C371-6F3C-5DBD-5D73-5152FB2BEDD1}"/>
              </a:ext>
            </a:extLst>
          </p:cNvPr>
          <p:cNvSpPr txBox="1"/>
          <p:nvPr/>
        </p:nvSpPr>
        <p:spPr>
          <a:xfrm>
            <a:off x="6473522" y="1094482"/>
            <a:ext cx="852277"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10.20.155.205</a:t>
            </a:r>
          </a:p>
          <a:p>
            <a:pPr>
              <a:lnSpc>
                <a:spcPct val="100000"/>
              </a:lnSpc>
            </a:pPr>
            <a:r>
              <a:rPr lang="en-US" altLang="zh-CN" sz="600" b="0" dirty="0">
                <a:solidFill>
                  <a:schemeClr val="tx1"/>
                </a:solidFill>
                <a:latin typeface="微软雅黑" panose="020B0503020204020204" pitchFamily="34" charset="-122"/>
                <a:ea typeface="微软雅黑" panose="020B0503020204020204" pitchFamily="34" charset="-122"/>
              </a:rPr>
              <a:t>4c 8g 300g</a:t>
            </a:r>
          </a:p>
        </p:txBody>
      </p:sp>
    </p:spTree>
    <p:extLst>
      <p:ext uri="{BB962C8B-B14F-4D97-AF65-F5344CB8AC3E}">
        <p14:creationId xmlns:p14="http://schemas.microsoft.com/office/powerpoint/2010/main" val="18920982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13133</TotalTime>
  <Words>324</Words>
  <Application>Microsoft Office PowerPoint</Application>
  <PresentationFormat>宽屏</PresentationFormat>
  <Paragraphs>152</Paragraphs>
  <Slides>2</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vt:i4>
      </vt:variant>
    </vt:vector>
  </HeadingPairs>
  <TitlesOfParts>
    <vt:vector size="12" baseType="lpstr">
      <vt:lpstr>FZLanTingHei-R-GBK</vt:lpstr>
      <vt:lpstr>Heiti SC Medium</vt:lpstr>
      <vt:lpstr>微软雅黑</vt:lpstr>
      <vt:lpstr>微软雅黑</vt:lpstr>
      <vt:lpstr>Microsoft YaHei Light</vt:lpstr>
      <vt:lpstr>Arial</vt:lpstr>
      <vt:lpstr>Calibri</vt:lpstr>
      <vt:lpstr>Wingdings</vt:lpstr>
      <vt:lpstr>4_Office 主题​​</vt:lpstr>
      <vt:lpstr>think-cell 幻灯片</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李敏</dc:creator>
  <cp:lastModifiedBy>Administrator</cp:lastModifiedBy>
  <cp:revision>551</cp:revision>
  <dcterms:created xsi:type="dcterms:W3CDTF">2024-01-02T06:39:28Z</dcterms:created>
  <dcterms:modified xsi:type="dcterms:W3CDTF">2026-04-28T01:35:23Z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